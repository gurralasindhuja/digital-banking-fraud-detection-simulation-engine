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2D396AC-30B4-48B2-878D-AD2F5818D044}">
          <p14:sldIdLst>
            <p14:sldId id="256"/>
            <p14:sldId id="257"/>
            <p14:sldId id="258"/>
            <p14:sldId id="259"/>
            <p14:sldId id="260"/>
            <p14:sldId id="261"/>
            <p14:sldId id="263"/>
          </p14:sldIdLst>
        </p14:section>
        <p14:section name="Untitled Section" id="{8BF323B3-1D96-4DFF-89D0-AAF0CCFCE533}">
          <p14:sldIdLst>
            <p14:sldId id="264"/>
            <p14:sldId id="265"/>
            <p14:sldId id="266"/>
            <p14:sldId id="267"/>
            <p14:sldId id="268"/>
            <p14:sldId id="269"/>
            <p14:sldId id="271"/>
            <p14:sldId id="270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482F0D-C8F4-42A9-A0A8-EEB76C984A03}" v="300" dt="2026-02-15T17:54:46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7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rrala Abhiram" userId="76bb6465a259a34c" providerId="LiveId" clId="{086BE522-1959-415D-AEE8-3CD381454661}"/>
    <pc:docChg chg="undo custSel addSld delSld modSld addSection modSection">
      <pc:chgData name="Gurrala Abhiram" userId="76bb6465a259a34c" providerId="LiveId" clId="{086BE522-1959-415D-AEE8-3CD381454661}" dt="2026-02-16T01:47:46.015" v="3339" actId="1076"/>
      <pc:docMkLst>
        <pc:docMk/>
      </pc:docMkLst>
      <pc:sldChg chg="modSp mod">
        <pc:chgData name="Gurrala Abhiram" userId="76bb6465a259a34c" providerId="LiveId" clId="{086BE522-1959-415D-AEE8-3CD381454661}" dt="2026-02-16T01:38:55.696" v="3334" actId="1076"/>
        <pc:sldMkLst>
          <pc:docMk/>
          <pc:sldMk cId="1449266958" sldId="256"/>
        </pc:sldMkLst>
        <pc:spChg chg="mod">
          <ac:chgData name="Gurrala Abhiram" userId="76bb6465a259a34c" providerId="LiveId" clId="{086BE522-1959-415D-AEE8-3CD381454661}" dt="2026-02-16T01:38:55.696" v="3334" actId="1076"/>
          <ac:spMkLst>
            <pc:docMk/>
            <pc:sldMk cId="1449266958" sldId="256"/>
            <ac:spMk id="2" creationId="{F9DEF11D-24FD-5782-2D55-243646BA91FB}"/>
          </ac:spMkLst>
        </pc:spChg>
        <pc:spChg chg="mod">
          <ac:chgData name="Gurrala Abhiram" userId="76bb6465a259a34c" providerId="LiveId" clId="{086BE522-1959-415D-AEE8-3CD381454661}" dt="2026-02-15T17:02:43.843" v="3003" actId="20577"/>
          <ac:spMkLst>
            <pc:docMk/>
            <pc:sldMk cId="1449266958" sldId="256"/>
            <ac:spMk id="3" creationId="{BB0681E1-77A8-56BA-6D11-A12788989087}"/>
          </ac:spMkLst>
        </pc:spChg>
      </pc:sldChg>
      <pc:sldChg chg="addSp delSp modSp mod">
        <pc:chgData name="Gurrala Abhiram" userId="76bb6465a259a34c" providerId="LiveId" clId="{086BE522-1959-415D-AEE8-3CD381454661}" dt="2026-02-15T01:51:03.339" v="245" actId="123"/>
        <pc:sldMkLst>
          <pc:docMk/>
          <pc:sldMk cId="4156604173" sldId="257"/>
        </pc:sldMkLst>
        <pc:spChg chg="mod">
          <ac:chgData name="Gurrala Abhiram" userId="76bb6465a259a34c" providerId="LiveId" clId="{086BE522-1959-415D-AEE8-3CD381454661}" dt="2026-02-15T00:50:34.224" v="48" actId="14100"/>
          <ac:spMkLst>
            <pc:docMk/>
            <pc:sldMk cId="4156604173" sldId="257"/>
            <ac:spMk id="2" creationId="{8AC2D680-6763-FE30-CA8B-87F347A7394E}"/>
          </ac:spMkLst>
        </pc:spChg>
        <pc:spChg chg="del mod">
          <ac:chgData name="Gurrala Abhiram" userId="76bb6465a259a34c" providerId="LiveId" clId="{086BE522-1959-415D-AEE8-3CD381454661}" dt="2026-02-15T00:55:10.217" v="55"/>
          <ac:spMkLst>
            <pc:docMk/>
            <pc:sldMk cId="4156604173" sldId="257"/>
            <ac:spMk id="3" creationId="{778F956E-8BB2-D857-D947-48DBE2A5F22F}"/>
          </ac:spMkLst>
        </pc:spChg>
        <pc:spChg chg="add">
          <ac:chgData name="Gurrala Abhiram" userId="76bb6465a259a34c" providerId="LiveId" clId="{086BE522-1959-415D-AEE8-3CD381454661}" dt="2026-02-15T00:54:57.916" v="52"/>
          <ac:spMkLst>
            <pc:docMk/>
            <pc:sldMk cId="4156604173" sldId="257"/>
            <ac:spMk id="4" creationId="{DA1A456B-D4FC-C7A8-4947-D4FA26BAB8C7}"/>
          </ac:spMkLst>
        </pc:spChg>
        <pc:spChg chg="add mod">
          <ac:chgData name="Gurrala Abhiram" userId="76bb6465a259a34c" providerId="LiveId" clId="{086BE522-1959-415D-AEE8-3CD381454661}" dt="2026-02-15T01:51:03.339" v="245" actId="123"/>
          <ac:spMkLst>
            <pc:docMk/>
            <pc:sldMk cId="4156604173" sldId="257"/>
            <ac:spMk id="5" creationId="{85ADCF4A-20DB-0C92-5DCF-E81E29358225}"/>
          </ac:spMkLst>
        </pc:spChg>
      </pc:sldChg>
      <pc:sldChg chg="modSp new mod">
        <pc:chgData name="Gurrala Abhiram" userId="76bb6465a259a34c" providerId="LiveId" clId="{086BE522-1959-415D-AEE8-3CD381454661}" dt="2026-02-15T01:16:15.835" v="105" actId="1076"/>
        <pc:sldMkLst>
          <pc:docMk/>
          <pc:sldMk cId="1065261656" sldId="258"/>
        </pc:sldMkLst>
        <pc:spChg chg="mod">
          <ac:chgData name="Gurrala Abhiram" userId="76bb6465a259a34c" providerId="LiveId" clId="{086BE522-1959-415D-AEE8-3CD381454661}" dt="2026-02-15T01:15:58.461" v="102" actId="14100"/>
          <ac:spMkLst>
            <pc:docMk/>
            <pc:sldMk cId="1065261656" sldId="258"/>
            <ac:spMk id="2" creationId="{1551F331-4A19-932A-8A65-49996067ECB8}"/>
          </ac:spMkLst>
        </pc:spChg>
        <pc:spChg chg="mod">
          <ac:chgData name="Gurrala Abhiram" userId="76bb6465a259a34c" providerId="LiveId" clId="{086BE522-1959-415D-AEE8-3CD381454661}" dt="2026-02-15T01:16:15.835" v="105" actId="1076"/>
          <ac:spMkLst>
            <pc:docMk/>
            <pc:sldMk cId="1065261656" sldId="258"/>
            <ac:spMk id="3" creationId="{CCAA13B1-E926-0F07-F23B-00DA82B19DAA}"/>
          </ac:spMkLst>
        </pc:spChg>
      </pc:sldChg>
      <pc:sldChg chg="addSp delSp modSp new mod">
        <pc:chgData name="Gurrala Abhiram" userId="76bb6465a259a34c" providerId="LiveId" clId="{086BE522-1959-415D-AEE8-3CD381454661}" dt="2026-02-15T01:35:58.183" v="176" actId="113"/>
        <pc:sldMkLst>
          <pc:docMk/>
          <pc:sldMk cId="1882273957" sldId="259"/>
        </pc:sldMkLst>
        <pc:spChg chg="mod">
          <ac:chgData name="Gurrala Abhiram" userId="76bb6465a259a34c" providerId="LiveId" clId="{086BE522-1959-415D-AEE8-3CD381454661}" dt="2026-02-15T01:35:58.183" v="176" actId="113"/>
          <ac:spMkLst>
            <pc:docMk/>
            <pc:sldMk cId="1882273957" sldId="259"/>
            <ac:spMk id="2" creationId="{66D14739-143B-1119-C7DC-FCCFC1EBBB1C}"/>
          </ac:spMkLst>
        </pc:spChg>
        <pc:spChg chg="del mod">
          <ac:chgData name="Gurrala Abhiram" userId="76bb6465a259a34c" providerId="LiveId" clId="{086BE522-1959-415D-AEE8-3CD381454661}" dt="2026-02-15T01:32:19.471" v="137"/>
          <ac:spMkLst>
            <pc:docMk/>
            <pc:sldMk cId="1882273957" sldId="259"/>
            <ac:spMk id="3" creationId="{F36AC9E7-529C-ECD4-2171-CEA1D02F782E}"/>
          </ac:spMkLst>
        </pc:spChg>
        <pc:spChg chg="add mod">
          <ac:chgData name="Gurrala Abhiram" userId="76bb6465a259a34c" providerId="LiveId" clId="{086BE522-1959-415D-AEE8-3CD381454661}" dt="2026-02-15T01:35:42.318" v="175" actId="1076"/>
          <ac:spMkLst>
            <pc:docMk/>
            <pc:sldMk cId="1882273957" sldId="259"/>
            <ac:spMk id="4" creationId="{7DE861E8-8566-1063-4108-ECD6D751711A}"/>
          </ac:spMkLst>
        </pc:spChg>
      </pc:sldChg>
      <pc:sldChg chg="addSp modSp new mod">
        <pc:chgData name="Gurrala Abhiram" userId="76bb6465a259a34c" providerId="LiveId" clId="{086BE522-1959-415D-AEE8-3CD381454661}" dt="2026-02-15T01:51:23.097" v="246" actId="123"/>
        <pc:sldMkLst>
          <pc:docMk/>
          <pc:sldMk cId="928191142" sldId="260"/>
        </pc:sldMkLst>
        <pc:spChg chg="mod">
          <ac:chgData name="Gurrala Abhiram" userId="76bb6465a259a34c" providerId="LiveId" clId="{086BE522-1959-415D-AEE8-3CD381454661}" dt="2026-02-15T01:43:23.695" v="218" actId="14100"/>
          <ac:spMkLst>
            <pc:docMk/>
            <pc:sldMk cId="928191142" sldId="260"/>
            <ac:spMk id="2" creationId="{786994A4-8FCC-EC66-77BB-9B1251BEDF00}"/>
          </ac:spMkLst>
        </pc:spChg>
        <pc:spChg chg="mod">
          <ac:chgData name="Gurrala Abhiram" userId="76bb6465a259a34c" providerId="LiveId" clId="{086BE522-1959-415D-AEE8-3CD381454661}" dt="2026-02-15T01:51:23.097" v="246" actId="123"/>
          <ac:spMkLst>
            <pc:docMk/>
            <pc:sldMk cId="928191142" sldId="260"/>
            <ac:spMk id="3" creationId="{C7E03115-A8AA-52FE-0038-7CCADC80754E}"/>
          </ac:spMkLst>
        </pc:spChg>
        <pc:spChg chg="add">
          <ac:chgData name="Gurrala Abhiram" userId="76bb6465a259a34c" providerId="LiveId" clId="{086BE522-1959-415D-AEE8-3CD381454661}" dt="2026-02-15T01:39:17.883" v="187"/>
          <ac:spMkLst>
            <pc:docMk/>
            <pc:sldMk cId="928191142" sldId="260"/>
            <ac:spMk id="4" creationId="{AE8A1099-C731-E035-7614-3E769066ED24}"/>
          </ac:spMkLst>
        </pc:spChg>
        <pc:spChg chg="add">
          <ac:chgData name="Gurrala Abhiram" userId="76bb6465a259a34c" providerId="LiveId" clId="{086BE522-1959-415D-AEE8-3CD381454661}" dt="2026-02-15T01:39:31.101" v="189"/>
          <ac:spMkLst>
            <pc:docMk/>
            <pc:sldMk cId="928191142" sldId="260"/>
            <ac:spMk id="5" creationId="{E315ED67-D03E-C704-1085-ADC7186738A5}"/>
          </ac:spMkLst>
        </pc:spChg>
        <pc:spChg chg="add mod">
          <ac:chgData name="Gurrala Abhiram" userId="76bb6465a259a34c" providerId="LiveId" clId="{086BE522-1959-415D-AEE8-3CD381454661}" dt="2026-02-15T01:40:56.353" v="198" actId="20577"/>
          <ac:spMkLst>
            <pc:docMk/>
            <pc:sldMk cId="928191142" sldId="260"/>
            <ac:spMk id="6" creationId="{91B7E043-CB18-D61E-6B92-5E6CBD620605}"/>
          </ac:spMkLst>
        </pc:spChg>
      </pc:sldChg>
      <pc:sldChg chg="modSp new mod">
        <pc:chgData name="Gurrala Abhiram" userId="76bb6465a259a34c" providerId="LiveId" clId="{086BE522-1959-415D-AEE8-3CD381454661}" dt="2026-02-15T01:54:43.556" v="254" actId="14100"/>
        <pc:sldMkLst>
          <pc:docMk/>
          <pc:sldMk cId="3489951932" sldId="261"/>
        </pc:sldMkLst>
        <pc:spChg chg="mod">
          <ac:chgData name="Gurrala Abhiram" userId="76bb6465a259a34c" providerId="LiveId" clId="{086BE522-1959-415D-AEE8-3CD381454661}" dt="2026-02-15T01:50:00.893" v="241" actId="113"/>
          <ac:spMkLst>
            <pc:docMk/>
            <pc:sldMk cId="3489951932" sldId="261"/>
            <ac:spMk id="2" creationId="{E11F5C1F-9AE4-73B6-7656-7A78287AE81F}"/>
          </ac:spMkLst>
        </pc:spChg>
        <pc:spChg chg="mod">
          <ac:chgData name="Gurrala Abhiram" userId="76bb6465a259a34c" providerId="LiveId" clId="{086BE522-1959-415D-AEE8-3CD381454661}" dt="2026-02-15T01:54:43.556" v="254" actId="14100"/>
          <ac:spMkLst>
            <pc:docMk/>
            <pc:sldMk cId="3489951932" sldId="261"/>
            <ac:spMk id="3" creationId="{F9407F06-EAA1-6350-DFB7-8C36EC729566}"/>
          </ac:spMkLst>
        </pc:spChg>
      </pc:sldChg>
      <pc:sldChg chg="addSp modSp new del mod">
        <pc:chgData name="Gurrala Abhiram" userId="76bb6465a259a34c" providerId="LiveId" clId="{086BE522-1959-415D-AEE8-3CD381454661}" dt="2026-02-15T05:14:30.706" v="330" actId="47"/>
        <pc:sldMkLst>
          <pc:docMk/>
          <pc:sldMk cId="1373702983" sldId="262"/>
        </pc:sldMkLst>
        <pc:spChg chg="mod">
          <ac:chgData name="Gurrala Abhiram" userId="76bb6465a259a34c" providerId="LiveId" clId="{086BE522-1959-415D-AEE8-3CD381454661}" dt="2026-02-15T05:07:04.095" v="298" actId="1076"/>
          <ac:spMkLst>
            <pc:docMk/>
            <pc:sldMk cId="1373702983" sldId="262"/>
            <ac:spMk id="2" creationId="{503326A0-84E4-0AC7-EB7E-404A1B765D20}"/>
          </ac:spMkLst>
        </pc:spChg>
        <pc:spChg chg="mod">
          <ac:chgData name="Gurrala Abhiram" userId="76bb6465a259a34c" providerId="LiveId" clId="{086BE522-1959-415D-AEE8-3CD381454661}" dt="2026-02-15T05:05:44.152" v="290" actId="5793"/>
          <ac:spMkLst>
            <pc:docMk/>
            <pc:sldMk cId="1373702983" sldId="262"/>
            <ac:spMk id="3" creationId="{4D51E072-0910-4CF4-63D5-5A9B3A31BF5A}"/>
          </ac:spMkLst>
        </pc:spChg>
        <pc:picChg chg="add mod">
          <ac:chgData name="Gurrala Abhiram" userId="76bb6465a259a34c" providerId="LiveId" clId="{086BE522-1959-415D-AEE8-3CD381454661}" dt="2026-02-15T05:08:24.841" v="306" actId="14100"/>
          <ac:picMkLst>
            <pc:docMk/>
            <pc:sldMk cId="1373702983" sldId="262"/>
            <ac:picMk id="5" creationId="{51E92058-DE1D-FA40-9E1D-23207B1EBE78}"/>
          </ac:picMkLst>
        </pc:picChg>
      </pc:sldChg>
      <pc:sldChg chg="addSp delSp modSp new mod">
        <pc:chgData name="Gurrala Abhiram" userId="76bb6465a259a34c" providerId="LiveId" clId="{086BE522-1959-415D-AEE8-3CD381454661}" dt="2026-02-15T05:19:42.092" v="657" actId="1076"/>
        <pc:sldMkLst>
          <pc:docMk/>
          <pc:sldMk cId="898429881" sldId="263"/>
        </pc:sldMkLst>
        <pc:spChg chg="mod">
          <ac:chgData name="Gurrala Abhiram" userId="76bb6465a259a34c" providerId="LiveId" clId="{086BE522-1959-415D-AEE8-3CD381454661}" dt="2026-02-15T05:19:42.092" v="657" actId="1076"/>
          <ac:spMkLst>
            <pc:docMk/>
            <pc:sldMk cId="898429881" sldId="263"/>
            <ac:spMk id="2" creationId="{D28FDD29-9AA8-623F-E35A-5BF0811ECCE3}"/>
          </ac:spMkLst>
        </pc:spChg>
        <pc:spChg chg="del">
          <ac:chgData name="Gurrala Abhiram" userId="76bb6465a259a34c" providerId="LiveId" clId="{086BE522-1959-415D-AEE8-3CD381454661}" dt="2026-02-15T05:10:41.346" v="316"/>
          <ac:spMkLst>
            <pc:docMk/>
            <pc:sldMk cId="898429881" sldId="263"/>
            <ac:spMk id="3" creationId="{16859B7B-5577-48EC-F38B-CA2137BD7D88}"/>
          </ac:spMkLst>
        </pc:spChg>
        <pc:spChg chg="del mod">
          <ac:chgData name="Gurrala Abhiram" userId="76bb6465a259a34c" providerId="LiveId" clId="{086BE522-1959-415D-AEE8-3CD381454661}" dt="2026-02-15T05:11:14.077" v="318"/>
          <ac:spMkLst>
            <pc:docMk/>
            <pc:sldMk cId="898429881" sldId="263"/>
            <ac:spMk id="4" creationId="{CD30F962-DEAB-0077-22B4-35F4A593A3E1}"/>
          </ac:spMkLst>
        </pc:spChg>
        <pc:spChg chg="add del mod">
          <ac:chgData name="Gurrala Abhiram" userId="76bb6465a259a34c" providerId="LiveId" clId="{086BE522-1959-415D-AEE8-3CD381454661}" dt="2026-02-15T05:19:24.582" v="656" actId="123"/>
          <ac:spMkLst>
            <pc:docMk/>
            <pc:sldMk cId="898429881" sldId="263"/>
            <ac:spMk id="6" creationId="{6D70D0DD-1940-BBB6-E412-8C158BA7F8E8}"/>
          </ac:spMkLst>
        </pc:spChg>
        <pc:spChg chg="add del mod">
          <ac:chgData name="Gurrala Abhiram" userId="76bb6465a259a34c" providerId="LiveId" clId="{086BE522-1959-415D-AEE8-3CD381454661}" dt="2026-02-15T05:14:51.441" v="485"/>
          <ac:spMkLst>
            <pc:docMk/>
            <pc:sldMk cId="898429881" sldId="263"/>
            <ac:spMk id="7" creationId="{B136B5F1-A797-F093-E08A-ACEC87555867}"/>
          </ac:spMkLst>
        </pc:spChg>
        <pc:spChg chg="add mod">
          <ac:chgData name="Gurrala Abhiram" userId="76bb6465a259a34c" providerId="LiveId" clId="{086BE522-1959-415D-AEE8-3CD381454661}" dt="2026-02-15T05:15:53.481" v="488"/>
          <ac:spMkLst>
            <pc:docMk/>
            <pc:sldMk cId="898429881" sldId="263"/>
            <ac:spMk id="8" creationId="{F6D0BD8E-51D4-0089-C0D6-26F24FABDE87}"/>
          </ac:spMkLst>
        </pc:spChg>
        <pc:picChg chg="add mod">
          <ac:chgData name="Gurrala Abhiram" userId="76bb6465a259a34c" providerId="LiveId" clId="{086BE522-1959-415D-AEE8-3CD381454661}" dt="2026-02-15T05:10:41.346" v="316"/>
          <ac:picMkLst>
            <pc:docMk/>
            <pc:sldMk cId="898429881" sldId="263"/>
            <ac:picMk id="5" creationId="{67A30977-AAEF-9392-BB6A-12B3EFF962F4}"/>
          </ac:picMkLst>
        </pc:picChg>
      </pc:sldChg>
      <pc:sldChg chg="addSp delSp modSp new mod modClrScheme chgLayout">
        <pc:chgData name="Gurrala Abhiram" userId="76bb6465a259a34c" providerId="LiveId" clId="{086BE522-1959-415D-AEE8-3CD381454661}" dt="2026-02-15T17:42:49.835" v="3183" actId="14100"/>
        <pc:sldMkLst>
          <pc:docMk/>
          <pc:sldMk cId="1242753487" sldId="264"/>
        </pc:sldMkLst>
        <pc:spChg chg="del mod ord">
          <ac:chgData name="Gurrala Abhiram" userId="76bb6465a259a34c" providerId="LiveId" clId="{086BE522-1959-415D-AEE8-3CD381454661}" dt="2026-02-15T05:21:18.805" v="659" actId="700"/>
          <ac:spMkLst>
            <pc:docMk/>
            <pc:sldMk cId="1242753487" sldId="264"/>
            <ac:spMk id="2" creationId="{0E0355D9-0299-F424-F979-1D566A11D9D7}"/>
          </ac:spMkLst>
        </pc:spChg>
        <pc:spChg chg="del mod ord">
          <ac:chgData name="Gurrala Abhiram" userId="76bb6465a259a34c" providerId="LiveId" clId="{086BE522-1959-415D-AEE8-3CD381454661}" dt="2026-02-15T05:21:18.805" v="659" actId="700"/>
          <ac:spMkLst>
            <pc:docMk/>
            <pc:sldMk cId="1242753487" sldId="264"/>
            <ac:spMk id="3" creationId="{9EFB2AD3-624A-AFF4-2F17-15E905C5B751}"/>
          </ac:spMkLst>
        </pc:spChg>
        <pc:spChg chg="del">
          <ac:chgData name="Gurrala Abhiram" userId="76bb6465a259a34c" providerId="LiveId" clId="{086BE522-1959-415D-AEE8-3CD381454661}" dt="2026-02-15T05:21:18.805" v="659" actId="700"/>
          <ac:spMkLst>
            <pc:docMk/>
            <pc:sldMk cId="1242753487" sldId="264"/>
            <ac:spMk id="4" creationId="{C547CDCE-8700-9918-DE97-67973240429B}"/>
          </ac:spMkLst>
        </pc:spChg>
        <pc:spChg chg="add del mod ord">
          <ac:chgData name="Gurrala Abhiram" userId="76bb6465a259a34c" providerId="LiveId" clId="{086BE522-1959-415D-AEE8-3CD381454661}" dt="2026-02-15T05:36:11.743" v="697" actId="700"/>
          <ac:spMkLst>
            <pc:docMk/>
            <pc:sldMk cId="1242753487" sldId="264"/>
            <ac:spMk id="5" creationId="{B425A0E6-C640-3FB8-4186-DC78A87DAF63}"/>
          </ac:spMkLst>
        </pc:spChg>
        <pc:spChg chg="add del mod ord">
          <ac:chgData name="Gurrala Abhiram" userId="76bb6465a259a34c" providerId="LiveId" clId="{086BE522-1959-415D-AEE8-3CD381454661}" dt="2026-02-15T05:34:33.756" v="672"/>
          <ac:spMkLst>
            <pc:docMk/>
            <pc:sldMk cId="1242753487" sldId="264"/>
            <ac:spMk id="6" creationId="{C58AC3C5-2020-299E-BC23-2A24FA742463}"/>
          </ac:spMkLst>
        </pc:spChg>
        <pc:spChg chg="add del mod ord">
          <ac:chgData name="Gurrala Abhiram" userId="76bb6465a259a34c" providerId="LiveId" clId="{086BE522-1959-415D-AEE8-3CD381454661}" dt="2026-02-15T05:36:11.743" v="697" actId="700"/>
          <ac:spMkLst>
            <pc:docMk/>
            <pc:sldMk cId="1242753487" sldId="264"/>
            <ac:spMk id="7" creationId="{F44A921F-0409-5DD3-E629-FBC2B2DBFEDC}"/>
          </ac:spMkLst>
        </pc:spChg>
        <pc:spChg chg="add mod ord">
          <ac:chgData name="Gurrala Abhiram" userId="76bb6465a259a34c" providerId="LiveId" clId="{086BE522-1959-415D-AEE8-3CD381454661}" dt="2026-02-15T05:40:16.194" v="721" actId="1076"/>
          <ac:spMkLst>
            <pc:docMk/>
            <pc:sldMk cId="1242753487" sldId="264"/>
            <ac:spMk id="8" creationId="{9A3283F0-C73D-1FAA-4044-568866922846}"/>
          </ac:spMkLst>
        </pc:spChg>
        <pc:spChg chg="add del mod ord">
          <ac:chgData name="Gurrala Abhiram" userId="76bb6465a259a34c" providerId="LiveId" clId="{086BE522-1959-415D-AEE8-3CD381454661}" dt="2026-02-15T05:36:23.101" v="698"/>
          <ac:spMkLst>
            <pc:docMk/>
            <pc:sldMk cId="1242753487" sldId="264"/>
            <ac:spMk id="9" creationId="{D1F7506D-4553-3244-4A06-3B144358269E}"/>
          </ac:spMkLst>
        </pc:spChg>
        <pc:spChg chg="add del mod ord">
          <ac:chgData name="Gurrala Abhiram" userId="76bb6465a259a34c" providerId="LiveId" clId="{086BE522-1959-415D-AEE8-3CD381454661}" dt="2026-02-15T05:38:55.707" v="716"/>
          <ac:spMkLst>
            <pc:docMk/>
            <pc:sldMk cId="1242753487" sldId="264"/>
            <ac:spMk id="10" creationId="{8F58B2E7-1775-622C-8810-9A531B822812}"/>
          </ac:spMkLst>
        </pc:spChg>
        <pc:spChg chg="add mod">
          <ac:chgData name="Gurrala Abhiram" userId="76bb6465a259a34c" providerId="LiveId" clId="{086BE522-1959-415D-AEE8-3CD381454661}" dt="2026-02-15T05:40:04.525" v="720" actId="255"/>
          <ac:spMkLst>
            <pc:docMk/>
            <pc:sldMk cId="1242753487" sldId="264"/>
            <ac:spMk id="11" creationId="{D865F338-D3D5-5D90-FA74-E5BE9AF5C230}"/>
          </ac:spMkLst>
        </pc:spChg>
        <pc:spChg chg="add del mod">
          <ac:chgData name="Gurrala Abhiram" userId="76bb6465a259a34c" providerId="LiveId" clId="{086BE522-1959-415D-AEE8-3CD381454661}" dt="2026-02-15T05:43:48.036" v="727"/>
          <ac:spMkLst>
            <pc:docMk/>
            <pc:sldMk cId="1242753487" sldId="264"/>
            <ac:spMk id="12" creationId="{84728E4F-8FBA-2CF6-CEC2-F15CB3478C9E}"/>
          </ac:spMkLst>
        </pc:spChg>
        <pc:spChg chg="add mod">
          <ac:chgData name="Gurrala Abhiram" userId="76bb6465a259a34c" providerId="LiveId" clId="{086BE522-1959-415D-AEE8-3CD381454661}" dt="2026-02-15T05:43:29.566" v="726" actId="14100"/>
          <ac:spMkLst>
            <pc:docMk/>
            <pc:sldMk cId="1242753487" sldId="264"/>
            <ac:spMk id="13" creationId="{ADF7106D-99E7-CDE7-1762-C19060496A84}"/>
          </ac:spMkLst>
        </pc:spChg>
        <pc:spChg chg="add del mod">
          <ac:chgData name="Gurrala Abhiram" userId="76bb6465a259a34c" providerId="LiveId" clId="{086BE522-1959-415D-AEE8-3CD381454661}" dt="2026-02-15T05:44:08" v="728"/>
          <ac:spMkLst>
            <pc:docMk/>
            <pc:sldMk cId="1242753487" sldId="264"/>
            <ac:spMk id="14" creationId="{6C0BC182-49FC-1DB4-6231-0AA9024EA6E7}"/>
          </ac:spMkLst>
        </pc:spChg>
        <pc:spChg chg="add del mod">
          <ac:chgData name="Gurrala Abhiram" userId="76bb6465a259a34c" providerId="LiveId" clId="{086BE522-1959-415D-AEE8-3CD381454661}" dt="2026-02-15T05:44:10.152" v="729"/>
          <ac:spMkLst>
            <pc:docMk/>
            <pc:sldMk cId="1242753487" sldId="264"/>
            <ac:spMk id="15" creationId="{CFEFE792-817F-B025-7D87-9F9C7F34DAB3}"/>
          </ac:spMkLst>
        </pc:spChg>
        <pc:spChg chg="add del mod">
          <ac:chgData name="Gurrala Abhiram" userId="76bb6465a259a34c" providerId="LiveId" clId="{086BE522-1959-415D-AEE8-3CD381454661}" dt="2026-02-15T05:44:11.209" v="730"/>
          <ac:spMkLst>
            <pc:docMk/>
            <pc:sldMk cId="1242753487" sldId="264"/>
            <ac:spMk id="16" creationId="{2862E9FF-8D42-00D0-4226-4EFD2D4EEB4E}"/>
          </ac:spMkLst>
        </pc:spChg>
        <pc:spChg chg="add del mod">
          <ac:chgData name="Gurrala Abhiram" userId="76bb6465a259a34c" providerId="LiveId" clId="{086BE522-1959-415D-AEE8-3CD381454661}" dt="2026-02-15T05:44:14.897" v="731"/>
          <ac:spMkLst>
            <pc:docMk/>
            <pc:sldMk cId="1242753487" sldId="264"/>
            <ac:spMk id="17" creationId="{FB1741EA-7A43-A99F-D9F0-A1BE2334A2ED}"/>
          </ac:spMkLst>
        </pc:spChg>
        <pc:spChg chg="add del mod">
          <ac:chgData name="Gurrala Abhiram" userId="76bb6465a259a34c" providerId="LiveId" clId="{086BE522-1959-415D-AEE8-3CD381454661}" dt="2026-02-15T17:39:12.213" v="3178"/>
          <ac:spMkLst>
            <pc:docMk/>
            <pc:sldMk cId="1242753487" sldId="264"/>
            <ac:spMk id="18" creationId="{6B9D18DC-2CD7-A1AC-7B23-95DEC54DF449}"/>
          </ac:spMkLst>
        </pc:spChg>
        <pc:spChg chg="add del mod">
          <ac:chgData name="Gurrala Abhiram" userId="76bb6465a259a34c" providerId="LiveId" clId="{086BE522-1959-415D-AEE8-3CD381454661}" dt="2026-02-15T17:42:28.736" v="3179" actId="931"/>
          <ac:spMkLst>
            <pc:docMk/>
            <pc:sldMk cId="1242753487" sldId="264"/>
            <ac:spMk id="19" creationId="{CC322743-7ACA-744F-192E-9BF585C50251}"/>
          </ac:spMkLst>
        </pc:spChg>
        <pc:picChg chg="add mod">
          <ac:chgData name="Gurrala Abhiram" userId="76bb6465a259a34c" providerId="LiveId" clId="{086BE522-1959-415D-AEE8-3CD381454661}" dt="2026-02-15T17:42:49.835" v="3183" actId="14100"/>
          <ac:picMkLst>
            <pc:docMk/>
            <pc:sldMk cId="1242753487" sldId="264"/>
            <ac:picMk id="21" creationId="{9C417377-2434-110B-2326-28F44273A90D}"/>
          </ac:picMkLst>
        </pc:picChg>
        <pc:picChg chg="add del mod">
          <ac:chgData name="Gurrala Abhiram" userId="76bb6465a259a34c" providerId="LiveId" clId="{086BE522-1959-415D-AEE8-3CD381454661}" dt="2026-02-15T05:35:58.942" v="696" actId="478"/>
          <ac:picMkLst>
            <pc:docMk/>
            <pc:sldMk cId="1242753487" sldId="264"/>
            <ac:picMk id="2050" creationId="{659C485B-CD52-2785-450A-6EBDECD3F1DA}"/>
          </ac:picMkLst>
        </pc:picChg>
        <pc:picChg chg="add del mod">
          <ac:chgData name="Gurrala Abhiram" userId="76bb6465a259a34c" providerId="LiveId" clId="{086BE522-1959-415D-AEE8-3CD381454661}" dt="2026-02-15T05:43:20.999" v="724" actId="478"/>
          <ac:picMkLst>
            <pc:docMk/>
            <pc:sldMk cId="1242753487" sldId="264"/>
            <ac:picMk id="2052" creationId="{D7DE30FD-BDC2-2EB8-DBE5-91EF3040885F}"/>
          </ac:picMkLst>
        </pc:picChg>
      </pc:sldChg>
      <pc:sldChg chg="addSp delSp modSp new mod modClrScheme chgLayout">
        <pc:chgData name="Gurrala Abhiram" userId="76bb6465a259a34c" providerId="LiveId" clId="{086BE522-1959-415D-AEE8-3CD381454661}" dt="2026-02-15T06:31:31.054" v="779" actId="1076"/>
        <pc:sldMkLst>
          <pc:docMk/>
          <pc:sldMk cId="2774235077" sldId="265"/>
        </pc:sldMkLst>
        <pc:spChg chg="del mod ord">
          <ac:chgData name="Gurrala Abhiram" userId="76bb6465a259a34c" providerId="LiveId" clId="{086BE522-1959-415D-AEE8-3CD381454661}" dt="2026-02-15T05:49:35.010" v="733" actId="700"/>
          <ac:spMkLst>
            <pc:docMk/>
            <pc:sldMk cId="2774235077" sldId="265"/>
            <ac:spMk id="2" creationId="{D9C31C89-E968-4629-A379-0C8CD888167F}"/>
          </ac:spMkLst>
        </pc:spChg>
        <pc:spChg chg="del mod ord">
          <ac:chgData name="Gurrala Abhiram" userId="76bb6465a259a34c" providerId="LiveId" clId="{086BE522-1959-415D-AEE8-3CD381454661}" dt="2026-02-15T05:49:35.010" v="733" actId="700"/>
          <ac:spMkLst>
            <pc:docMk/>
            <pc:sldMk cId="2774235077" sldId="265"/>
            <ac:spMk id="3" creationId="{E9E27262-3746-F6EF-49E9-443CEB5128E6}"/>
          </ac:spMkLst>
        </pc:spChg>
        <pc:spChg chg="del">
          <ac:chgData name="Gurrala Abhiram" userId="76bb6465a259a34c" providerId="LiveId" clId="{086BE522-1959-415D-AEE8-3CD381454661}" dt="2026-02-15T05:49:35.010" v="733" actId="700"/>
          <ac:spMkLst>
            <pc:docMk/>
            <pc:sldMk cId="2774235077" sldId="265"/>
            <ac:spMk id="4" creationId="{7D07EFA0-52E0-E220-4FAB-EFC2809CD6F6}"/>
          </ac:spMkLst>
        </pc:spChg>
        <pc:spChg chg="add del mod ord">
          <ac:chgData name="Gurrala Abhiram" userId="76bb6465a259a34c" providerId="LiveId" clId="{086BE522-1959-415D-AEE8-3CD381454661}" dt="2026-02-15T05:49:42.572" v="734" actId="700"/>
          <ac:spMkLst>
            <pc:docMk/>
            <pc:sldMk cId="2774235077" sldId="265"/>
            <ac:spMk id="5" creationId="{640393F5-F694-3E62-C361-7B3D08F771A1}"/>
          </ac:spMkLst>
        </pc:spChg>
        <pc:spChg chg="add del mod ord">
          <ac:chgData name="Gurrala Abhiram" userId="76bb6465a259a34c" providerId="LiveId" clId="{086BE522-1959-415D-AEE8-3CD381454661}" dt="2026-02-15T05:49:42.572" v="734" actId="700"/>
          <ac:spMkLst>
            <pc:docMk/>
            <pc:sldMk cId="2774235077" sldId="265"/>
            <ac:spMk id="6" creationId="{4398AE0D-40E4-D0BC-3CF6-BE1D9040BA93}"/>
          </ac:spMkLst>
        </pc:spChg>
        <pc:spChg chg="add del mod ord">
          <ac:chgData name="Gurrala Abhiram" userId="76bb6465a259a34c" providerId="LiveId" clId="{086BE522-1959-415D-AEE8-3CD381454661}" dt="2026-02-15T06:22:41.813" v="746" actId="700"/>
          <ac:spMkLst>
            <pc:docMk/>
            <pc:sldMk cId="2774235077" sldId="265"/>
            <ac:spMk id="7" creationId="{1FAD038E-1B8C-C771-2EBA-6B419A611FA7}"/>
          </ac:spMkLst>
        </pc:spChg>
        <pc:spChg chg="add del mod ord">
          <ac:chgData name="Gurrala Abhiram" userId="76bb6465a259a34c" providerId="LiveId" clId="{086BE522-1959-415D-AEE8-3CD381454661}" dt="2026-02-15T05:55:04.220" v="736"/>
          <ac:spMkLst>
            <pc:docMk/>
            <pc:sldMk cId="2774235077" sldId="265"/>
            <ac:spMk id="8" creationId="{D5BE7AA2-8C40-964F-0BE1-F4444B580782}"/>
          </ac:spMkLst>
        </pc:spChg>
        <pc:spChg chg="add del mod">
          <ac:chgData name="Gurrala Abhiram" userId="76bb6465a259a34c" providerId="LiveId" clId="{086BE522-1959-415D-AEE8-3CD381454661}" dt="2026-02-15T05:55:08.409" v="737"/>
          <ac:spMkLst>
            <pc:docMk/>
            <pc:sldMk cId="2774235077" sldId="265"/>
            <ac:spMk id="9" creationId="{37E1BC40-BC78-A27B-07B3-12E84FFB7A9E}"/>
          </ac:spMkLst>
        </pc:spChg>
        <pc:spChg chg="add del mod ord">
          <ac:chgData name="Gurrala Abhiram" userId="76bb6465a259a34c" providerId="LiveId" clId="{086BE522-1959-415D-AEE8-3CD381454661}" dt="2026-02-15T06:22:41.813" v="746" actId="700"/>
          <ac:spMkLst>
            <pc:docMk/>
            <pc:sldMk cId="2774235077" sldId="265"/>
            <ac:spMk id="10" creationId="{04405B95-1DEC-5442-2540-6F9EC68E65DB}"/>
          </ac:spMkLst>
        </pc:spChg>
        <pc:spChg chg="add mod ord">
          <ac:chgData name="Gurrala Abhiram" userId="76bb6465a259a34c" providerId="LiveId" clId="{086BE522-1959-415D-AEE8-3CD381454661}" dt="2026-02-15T06:31:31.054" v="779" actId="1076"/>
          <ac:spMkLst>
            <pc:docMk/>
            <pc:sldMk cId="2774235077" sldId="265"/>
            <ac:spMk id="11" creationId="{94AFF0EE-0829-5669-66EB-0257BF530D43}"/>
          </ac:spMkLst>
        </pc:spChg>
        <pc:spChg chg="add del mod ord">
          <ac:chgData name="Gurrala Abhiram" userId="76bb6465a259a34c" providerId="LiveId" clId="{086BE522-1959-415D-AEE8-3CD381454661}" dt="2026-02-15T06:24:14.923" v="755" actId="931"/>
          <ac:spMkLst>
            <pc:docMk/>
            <pc:sldMk cId="2774235077" sldId="265"/>
            <ac:spMk id="12" creationId="{70F413E2-BBBD-4D77-7B0A-81A3A5F5FA92}"/>
          </ac:spMkLst>
        </pc:spChg>
        <pc:spChg chg="add del mod ord">
          <ac:chgData name="Gurrala Abhiram" userId="76bb6465a259a34c" providerId="LiveId" clId="{086BE522-1959-415D-AEE8-3CD381454661}" dt="2026-02-15T06:28:18.675" v="757"/>
          <ac:spMkLst>
            <pc:docMk/>
            <pc:sldMk cId="2774235077" sldId="265"/>
            <ac:spMk id="13" creationId="{9D4EE653-FC9F-713A-6A96-59E4B6E516ED}"/>
          </ac:spMkLst>
        </pc:spChg>
        <pc:spChg chg="add mod">
          <ac:chgData name="Gurrala Abhiram" userId="76bb6465a259a34c" providerId="LiveId" clId="{086BE522-1959-415D-AEE8-3CD381454661}" dt="2026-02-15T06:31:19.200" v="778" actId="123"/>
          <ac:spMkLst>
            <pc:docMk/>
            <pc:sldMk cId="2774235077" sldId="265"/>
            <ac:spMk id="16" creationId="{E938EC31-C46A-91A5-A318-7DA3324263A3}"/>
          </ac:spMkLst>
        </pc:spChg>
        <pc:picChg chg="add mod ord">
          <ac:chgData name="Gurrala Abhiram" userId="76bb6465a259a34c" providerId="LiveId" clId="{086BE522-1959-415D-AEE8-3CD381454661}" dt="2026-02-15T06:29:25.548" v="767" actId="14100"/>
          <ac:picMkLst>
            <pc:docMk/>
            <pc:sldMk cId="2774235077" sldId="265"/>
            <ac:picMk id="15" creationId="{2786CED0-E163-B70B-96AF-689D694C0BC7}"/>
          </ac:picMkLst>
        </pc:picChg>
      </pc:sldChg>
      <pc:sldChg chg="addSp delSp modSp new mod">
        <pc:chgData name="Gurrala Abhiram" userId="76bb6465a259a34c" providerId="LiveId" clId="{086BE522-1959-415D-AEE8-3CD381454661}" dt="2026-02-16T01:41:30.133" v="3336" actId="113"/>
        <pc:sldMkLst>
          <pc:docMk/>
          <pc:sldMk cId="2266433147" sldId="266"/>
        </pc:sldMkLst>
        <pc:spChg chg="mod">
          <ac:chgData name="Gurrala Abhiram" userId="76bb6465a259a34c" providerId="LiveId" clId="{086BE522-1959-415D-AEE8-3CD381454661}" dt="2026-02-15T07:45:11.818" v="835" actId="2711"/>
          <ac:spMkLst>
            <pc:docMk/>
            <pc:sldMk cId="2266433147" sldId="266"/>
            <ac:spMk id="2" creationId="{0D564429-E951-53EB-BCD6-3D7A0D0D6C84}"/>
          </ac:spMkLst>
        </pc:spChg>
        <pc:spChg chg="del">
          <ac:chgData name="Gurrala Abhiram" userId="76bb6465a259a34c" providerId="LiveId" clId="{086BE522-1959-415D-AEE8-3CD381454661}" dt="2026-02-15T07:45:22.595" v="836" actId="931"/>
          <ac:spMkLst>
            <pc:docMk/>
            <pc:sldMk cId="2266433147" sldId="266"/>
            <ac:spMk id="3" creationId="{D4C143C8-A658-74D1-3435-1DD98AD3AED2}"/>
          </ac:spMkLst>
        </pc:spChg>
        <pc:spChg chg="del mod">
          <ac:chgData name="Gurrala Abhiram" userId="76bb6465a259a34c" providerId="LiveId" clId="{086BE522-1959-415D-AEE8-3CD381454661}" dt="2026-02-15T07:43:50.502" v="821"/>
          <ac:spMkLst>
            <pc:docMk/>
            <pc:sldMk cId="2266433147" sldId="266"/>
            <ac:spMk id="4" creationId="{2BF17713-94BF-FCC7-258E-F6CD50A67644}"/>
          </ac:spMkLst>
        </pc:spChg>
        <pc:spChg chg="add mod">
          <ac:chgData name="Gurrala Abhiram" userId="76bb6465a259a34c" providerId="LiveId" clId="{086BE522-1959-415D-AEE8-3CD381454661}" dt="2026-02-16T01:41:30.133" v="3336" actId="113"/>
          <ac:spMkLst>
            <pc:docMk/>
            <pc:sldMk cId="2266433147" sldId="266"/>
            <ac:spMk id="5" creationId="{AA6DB63D-BFB1-3F15-B02F-F8D0F2CA6F7F}"/>
          </ac:spMkLst>
        </pc:spChg>
        <pc:picChg chg="add mod ord">
          <ac:chgData name="Gurrala Abhiram" userId="76bb6465a259a34c" providerId="LiveId" clId="{086BE522-1959-415D-AEE8-3CD381454661}" dt="2026-02-15T08:33:02.293" v="852" actId="1076"/>
          <ac:picMkLst>
            <pc:docMk/>
            <pc:sldMk cId="2266433147" sldId="266"/>
            <ac:picMk id="7" creationId="{9B3EA749-E425-AF2B-29E9-B3D9E47F1249}"/>
          </ac:picMkLst>
        </pc:picChg>
      </pc:sldChg>
      <pc:sldChg chg="addSp delSp modSp new mod modClrScheme chgLayout">
        <pc:chgData name="Gurrala Abhiram" userId="76bb6465a259a34c" providerId="LiveId" clId="{086BE522-1959-415D-AEE8-3CD381454661}" dt="2026-02-15T10:34:44.260" v="1613" actId="255"/>
        <pc:sldMkLst>
          <pc:docMk/>
          <pc:sldMk cId="2257722166" sldId="267"/>
        </pc:sldMkLst>
        <pc:spChg chg="del mod ord">
          <ac:chgData name="Gurrala Abhiram" userId="76bb6465a259a34c" providerId="LiveId" clId="{086BE522-1959-415D-AEE8-3CD381454661}" dt="2026-02-15T08:49:07.695" v="853" actId="700"/>
          <ac:spMkLst>
            <pc:docMk/>
            <pc:sldMk cId="2257722166" sldId="267"/>
            <ac:spMk id="2" creationId="{8A663646-DB68-6EBA-9540-7382B47C2057}"/>
          </ac:spMkLst>
        </pc:spChg>
        <pc:spChg chg="del mod ord">
          <ac:chgData name="Gurrala Abhiram" userId="76bb6465a259a34c" providerId="LiveId" clId="{086BE522-1959-415D-AEE8-3CD381454661}" dt="2026-02-15T08:49:07.695" v="853" actId="700"/>
          <ac:spMkLst>
            <pc:docMk/>
            <pc:sldMk cId="2257722166" sldId="267"/>
            <ac:spMk id="3" creationId="{2400084D-110A-539D-EA55-10B6AB728DDE}"/>
          </ac:spMkLst>
        </pc:spChg>
        <pc:spChg chg="del">
          <ac:chgData name="Gurrala Abhiram" userId="76bb6465a259a34c" providerId="LiveId" clId="{086BE522-1959-415D-AEE8-3CD381454661}" dt="2026-02-15T08:49:07.695" v="853" actId="700"/>
          <ac:spMkLst>
            <pc:docMk/>
            <pc:sldMk cId="2257722166" sldId="267"/>
            <ac:spMk id="4" creationId="{2B64B3EE-79C2-79AA-6DF7-683536F73D0C}"/>
          </ac:spMkLst>
        </pc:spChg>
        <pc:spChg chg="add del mod ord">
          <ac:chgData name="Gurrala Abhiram" userId="76bb6465a259a34c" providerId="LiveId" clId="{086BE522-1959-415D-AEE8-3CD381454661}" dt="2026-02-15T08:49:15.222" v="854" actId="700"/>
          <ac:spMkLst>
            <pc:docMk/>
            <pc:sldMk cId="2257722166" sldId="267"/>
            <ac:spMk id="5" creationId="{C4D3FEA6-552D-1D4D-4BA6-310BDFEF6C43}"/>
          </ac:spMkLst>
        </pc:spChg>
        <pc:spChg chg="add del mod ord">
          <ac:chgData name="Gurrala Abhiram" userId="76bb6465a259a34c" providerId="LiveId" clId="{086BE522-1959-415D-AEE8-3CD381454661}" dt="2026-02-15T08:49:15.222" v="854" actId="700"/>
          <ac:spMkLst>
            <pc:docMk/>
            <pc:sldMk cId="2257722166" sldId="267"/>
            <ac:spMk id="6" creationId="{88206B42-0016-E077-F202-6C11827AD8DA}"/>
          </ac:spMkLst>
        </pc:spChg>
        <pc:spChg chg="add mod ord">
          <ac:chgData name="Gurrala Abhiram" userId="76bb6465a259a34c" providerId="LiveId" clId="{086BE522-1959-415D-AEE8-3CD381454661}" dt="2026-02-15T09:59:53.128" v="1208" actId="255"/>
          <ac:spMkLst>
            <pc:docMk/>
            <pc:sldMk cId="2257722166" sldId="267"/>
            <ac:spMk id="7" creationId="{F059B7AE-9768-98A7-1B4E-4B736CA3F9CC}"/>
          </ac:spMkLst>
        </pc:spChg>
        <pc:spChg chg="add del mod ord">
          <ac:chgData name="Gurrala Abhiram" userId="76bb6465a259a34c" providerId="LiveId" clId="{086BE522-1959-415D-AEE8-3CD381454661}" dt="2026-02-15T08:50:16.788" v="896"/>
          <ac:spMkLst>
            <pc:docMk/>
            <pc:sldMk cId="2257722166" sldId="267"/>
            <ac:spMk id="8" creationId="{194ACDBC-480E-96F1-95F8-40DF97F01B25}"/>
          </ac:spMkLst>
        </pc:spChg>
        <pc:spChg chg="add mod">
          <ac:chgData name="Gurrala Abhiram" userId="76bb6465a259a34c" providerId="LiveId" clId="{086BE522-1959-415D-AEE8-3CD381454661}" dt="2026-02-15T10:34:44.260" v="1613" actId="255"/>
          <ac:spMkLst>
            <pc:docMk/>
            <pc:sldMk cId="2257722166" sldId="267"/>
            <ac:spMk id="9" creationId="{DC72A117-37ED-2661-12AD-5C331E80FC0F}"/>
          </ac:spMkLst>
        </pc:spChg>
        <pc:spChg chg="add">
          <ac:chgData name="Gurrala Abhiram" userId="76bb6465a259a34c" providerId="LiveId" clId="{086BE522-1959-415D-AEE8-3CD381454661}" dt="2026-02-15T08:57:42.571" v="929"/>
          <ac:spMkLst>
            <pc:docMk/>
            <pc:sldMk cId="2257722166" sldId="267"/>
            <ac:spMk id="10" creationId="{F63FD806-0C63-7A90-D786-9ADB8429381F}"/>
          </ac:spMkLst>
        </pc:spChg>
        <pc:spChg chg="add">
          <ac:chgData name="Gurrala Abhiram" userId="76bb6465a259a34c" providerId="LiveId" clId="{086BE522-1959-415D-AEE8-3CD381454661}" dt="2026-02-15T08:57:50.183" v="931"/>
          <ac:spMkLst>
            <pc:docMk/>
            <pc:sldMk cId="2257722166" sldId="267"/>
            <ac:spMk id="11" creationId="{9A5F5EDF-3F47-FA12-1CF4-2C17147B8289}"/>
          </ac:spMkLst>
        </pc:spChg>
        <pc:spChg chg="add del mod">
          <ac:chgData name="Gurrala Abhiram" userId="76bb6465a259a34c" providerId="LiveId" clId="{086BE522-1959-415D-AEE8-3CD381454661}" dt="2026-02-15T09:16:08.315" v="1072" actId="478"/>
          <ac:spMkLst>
            <pc:docMk/>
            <pc:sldMk cId="2257722166" sldId="267"/>
            <ac:spMk id="12" creationId="{CE43AFE6-9F87-5141-DF9A-41F095A9C33F}"/>
          </ac:spMkLst>
        </pc:spChg>
        <pc:spChg chg="add">
          <ac:chgData name="Gurrala Abhiram" userId="76bb6465a259a34c" providerId="LiveId" clId="{086BE522-1959-415D-AEE8-3CD381454661}" dt="2026-02-15T09:04:47.639" v="965"/>
          <ac:spMkLst>
            <pc:docMk/>
            <pc:sldMk cId="2257722166" sldId="267"/>
            <ac:spMk id="13" creationId="{A05B1399-DF63-74F2-5C4D-3952E4BEE214}"/>
          </ac:spMkLst>
        </pc:spChg>
        <pc:spChg chg="add del mod">
          <ac:chgData name="Gurrala Abhiram" userId="76bb6465a259a34c" providerId="LiveId" clId="{086BE522-1959-415D-AEE8-3CD381454661}" dt="2026-02-15T09:16:14.913" v="1074" actId="478"/>
          <ac:spMkLst>
            <pc:docMk/>
            <pc:sldMk cId="2257722166" sldId="267"/>
            <ac:spMk id="14" creationId="{5A2B1A26-8DF4-1B48-FCA6-861F0DF66878}"/>
          </ac:spMkLst>
        </pc:spChg>
        <pc:spChg chg="add">
          <ac:chgData name="Gurrala Abhiram" userId="76bb6465a259a34c" providerId="LiveId" clId="{086BE522-1959-415D-AEE8-3CD381454661}" dt="2026-02-15T09:17:13.830" v="1099"/>
          <ac:spMkLst>
            <pc:docMk/>
            <pc:sldMk cId="2257722166" sldId="267"/>
            <ac:spMk id="15" creationId="{FF09FBB3-7B8C-C74A-5268-78215F6089F4}"/>
          </ac:spMkLst>
        </pc:spChg>
        <pc:spChg chg="add">
          <ac:chgData name="Gurrala Abhiram" userId="76bb6465a259a34c" providerId="LiveId" clId="{086BE522-1959-415D-AEE8-3CD381454661}" dt="2026-02-15T09:20:21.509" v="1105"/>
          <ac:spMkLst>
            <pc:docMk/>
            <pc:sldMk cId="2257722166" sldId="267"/>
            <ac:spMk id="16" creationId="{762C0B59-9878-BC95-2E3B-4ECE55469A4D}"/>
          </ac:spMkLst>
        </pc:spChg>
        <pc:spChg chg="add">
          <ac:chgData name="Gurrala Abhiram" userId="76bb6465a259a34c" providerId="LiveId" clId="{086BE522-1959-415D-AEE8-3CD381454661}" dt="2026-02-15T09:20:26.842" v="1107"/>
          <ac:spMkLst>
            <pc:docMk/>
            <pc:sldMk cId="2257722166" sldId="267"/>
            <ac:spMk id="17" creationId="{C2E5634F-3958-3F5C-20B7-08B4CB8F4AC1}"/>
          </ac:spMkLst>
        </pc:spChg>
        <pc:spChg chg="add mod">
          <ac:chgData name="Gurrala Abhiram" userId="76bb6465a259a34c" providerId="LiveId" clId="{086BE522-1959-415D-AEE8-3CD381454661}" dt="2026-02-15T09:20:52.116" v="1112" actId="1076"/>
          <ac:spMkLst>
            <pc:docMk/>
            <pc:sldMk cId="2257722166" sldId="267"/>
            <ac:spMk id="18" creationId="{F5DAF4BE-3D87-FACC-CA7A-2FE0711524BB}"/>
          </ac:spMkLst>
        </pc:spChg>
        <pc:spChg chg="add mod">
          <ac:chgData name="Gurrala Abhiram" userId="76bb6465a259a34c" providerId="LiveId" clId="{086BE522-1959-415D-AEE8-3CD381454661}" dt="2026-02-15T10:33:18.748" v="1604" actId="14100"/>
          <ac:spMkLst>
            <pc:docMk/>
            <pc:sldMk cId="2257722166" sldId="267"/>
            <ac:spMk id="19" creationId="{246C9D75-E20C-991B-4A4F-B5B6249EC40F}"/>
          </ac:spMkLst>
        </pc:spChg>
      </pc:sldChg>
      <pc:sldChg chg="modSp new mod">
        <pc:chgData name="Gurrala Abhiram" userId="76bb6465a259a34c" providerId="LiveId" clId="{086BE522-1959-415D-AEE8-3CD381454661}" dt="2026-02-15T10:35:26.833" v="1624" actId="255"/>
        <pc:sldMkLst>
          <pc:docMk/>
          <pc:sldMk cId="1954391415" sldId="268"/>
        </pc:sldMkLst>
        <pc:spChg chg="mod">
          <ac:chgData name="Gurrala Abhiram" userId="76bb6465a259a34c" providerId="LiveId" clId="{086BE522-1959-415D-AEE8-3CD381454661}" dt="2026-02-15T10:00:41.548" v="1227" actId="1076"/>
          <ac:spMkLst>
            <pc:docMk/>
            <pc:sldMk cId="1954391415" sldId="268"/>
            <ac:spMk id="2" creationId="{41441144-5728-E9FD-B00E-74281814E4CD}"/>
          </ac:spMkLst>
        </pc:spChg>
        <pc:spChg chg="mod">
          <ac:chgData name="Gurrala Abhiram" userId="76bb6465a259a34c" providerId="LiveId" clId="{086BE522-1959-415D-AEE8-3CD381454661}" dt="2026-02-15T10:35:26.833" v="1624" actId="255"/>
          <ac:spMkLst>
            <pc:docMk/>
            <pc:sldMk cId="1954391415" sldId="268"/>
            <ac:spMk id="3" creationId="{E9D7C692-5083-BC84-9036-74FFA410B8AF}"/>
          </ac:spMkLst>
        </pc:spChg>
      </pc:sldChg>
      <pc:sldChg chg="addSp modSp new mod">
        <pc:chgData name="Gurrala Abhiram" userId="76bb6465a259a34c" providerId="LiveId" clId="{086BE522-1959-415D-AEE8-3CD381454661}" dt="2026-02-15T17:04:37.118" v="3007" actId="113"/>
        <pc:sldMkLst>
          <pc:docMk/>
          <pc:sldMk cId="110394467" sldId="269"/>
        </pc:sldMkLst>
        <pc:spChg chg="mod">
          <ac:chgData name="Gurrala Abhiram" userId="76bb6465a259a34c" providerId="LiveId" clId="{086BE522-1959-415D-AEE8-3CD381454661}" dt="2026-02-15T17:04:14.309" v="3004" actId="113"/>
          <ac:spMkLst>
            <pc:docMk/>
            <pc:sldMk cId="110394467" sldId="269"/>
            <ac:spMk id="2" creationId="{4EF4A9B8-3587-67A1-2304-16F03770583B}"/>
          </ac:spMkLst>
        </pc:spChg>
        <pc:spChg chg="mod">
          <ac:chgData name="Gurrala Abhiram" userId="76bb6465a259a34c" providerId="LiveId" clId="{086BE522-1959-415D-AEE8-3CD381454661}" dt="2026-02-15T17:04:26.539" v="3005" actId="113"/>
          <ac:spMkLst>
            <pc:docMk/>
            <pc:sldMk cId="110394467" sldId="269"/>
            <ac:spMk id="3" creationId="{D889AEE4-918E-88B6-D125-4BAA704BE0EA}"/>
          </ac:spMkLst>
        </pc:spChg>
        <pc:spChg chg="add mod">
          <ac:chgData name="Gurrala Abhiram" userId="76bb6465a259a34c" providerId="LiveId" clId="{086BE522-1959-415D-AEE8-3CD381454661}" dt="2026-02-15T17:04:30.437" v="3006" actId="113"/>
          <ac:spMkLst>
            <pc:docMk/>
            <pc:sldMk cId="110394467" sldId="269"/>
            <ac:spMk id="4" creationId="{258C1D9F-D2C8-2E8F-6258-84666130E1A2}"/>
          </ac:spMkLst>
        </pc:spChg>
        <pc:spChg chg="add mod">
          <ac:chgData name="Gurrala Abhiram" userId="76bb6465a259a34c" providerId="LiveId" clId="{086BE522-1959-415D-AEE8-3CD381454661}" dt="2026-02-15T17:04:37.118" v="3007" actId="113"/>
          <ac:spMkLst>
            <pc:docMk/>
            <pc:sldMk cId="110394467" sldId="269"/>
            <ac:spMk id="5" creationId="{7B2210AB-A22D-62B3-7A1E-6DD7C7BAA921}"/>
          </ac:spMkLst>
        </pc:spChg>
      </pc:sldChg>
      <pc:sldChg chg="addSp delSp modSp new mod">
        <pc:chgData name="Gurrala Abhiram" userId="76bb6465a259a34c" providerId="LiveId" clId="{086BE522-1959-415D-AEE8-3CD381454661}" dt="2026-02-15T17:13:40.368" v="3062" actId="1036"/>
        <pc:sldMkLst>
          <pc:docMk/>
          <pc:sldMk cId="1688927471" sldId="270"/>
        </pc:sldMkLst>
        <pc:spChg chg="mod">
          <ac:chgData name="Gurrala Abhiram" userId="76bb6465a259a34c" providerId="LiveId" clId="{086BE522-1959-415D-AEE8-3CD381454661}" dt="2026-02-15T17:04:58.217" v="3008" actId="113"/>
          <ac:spMkLst>
            <pc:docMk/>
            <pc:sldMk cId="1688927471" sldId="270"/>
            <ac:spMk id="2" creationId="{F18B5865-0B99-283E-F4D5-97D0085F2656}"/>
          </ac:spMkLst>
        </pc:spChg>
        <pc:spChg chg="del mod">
          <ac:chgData name="Gurrala Abhiram" userId="76bb6465a259a34c" providerId="LiveId" clId="{086BE522-1959-415D-AEE8-3CD381454661}" dt="2026-02-15T10:59:39.481" v="1642"/>
          <ac:spMkLst>
            <pc:docMk/>
            <pc:sldMk cId="1688927471" sldId="270"/>
            <ac:spMk id="3" creationId="{815FC709-8B45-0D5B-644F-CFD8F1F3B55C}"/>
          </ac:spMkLst>
        </pc:spChg>
        <pc:spChg chg="add mod">
          <ac:chgData name="Gurrala Abhiram" userId="76bb6465a259a34c" providerId="LiveId" clId="{086BE522-1959-415D-AEE8-3CD381454661}" dt="2026-02-15T17:07:33.359" v="3033" actId="20577"/>
          <ac:spMkLst>
            <pc:docMk/>
            <pc:sldMk cId="1688927471" sldId="270"/>
            <ac:spMk id="4" creationId="{C3261114-6584-B4D8-25B7-6328C3EB050A}"/>
          </ac:spMkLst>
        </pc:spChg>
        <pc:picChg chg="add mod">
          <ac:chgData name="Gurrala Abhiram" userId="76bb6465a259a34c" providerId="LiveId" clId="{086BE522-1959-415D-AEE8-3CD381454661}" dt="2026-02-15T17:13:40.368" v="3062" actId="1036"/>
          <ac:picMkLst>
            <pc:docMk/>
            <pc:sldMk cId="1688927471" sldId="270"/>
            <ac:picMk id="6" creationId="{FE6934BC-5F2E-039C-E7FB-4D50CB44EDBA}"/>
          </ac:picMkLst>
        </pc:picChg>
        <pc:picChg chg="add mod">
          <ac:chgData name="Gurrala Abhiram" userId="76bb6465a259a34c" providerId="LiveId" clId="{086BE522-1959-415D-AEE8-3CD381454661}" dt="2026-02-15T17:08:15.928" v="3035" actId="14100"/>
          <ac:picMkLst>
            <pc:docMk/>
            <pc:sldMk cId="1688927471" sldId="270"/>
            <ac:picMk id="8" creationId="{2F6C4C6D-006B-9F00-6443-8C1982E492DA}"/>
          </ac:picMkLst>
        </pc:picChg>
      </pc:sldChg>
      <pc:sldChg chg="addSp delSp modSp new mod modClrScheme chgLayout">
        <pc:chgData name="Gurrala Abhiram" userId="76bb6465a259a34c" providerId="LiveId" clId="{086BE522-1959-415D-AEE8-3CD381454661}" dt="2026-02-15T17:55:22.466" v="3327" actId="14100"/>
        <pc:sldMkLst>
          <pc:docMk/>
          <pc:sldMk cId="2721750883" sldId="271"/>
        </pc:sldMkLst>
        <pc:spChg chg="del mod ord">
          <ac:chgData name="Gurrala Abhiram" userId="76bb6465a259a34c" providerId="LiveId" clId="{086BE522-1959-415D-AEE8-3CD381454661}" dt="2026-02-15T17:47:12.935" v="3184" actId="700"/>
          <ac:spMkLst>
            <pc:docMk/>
            <pc:sldMk cId="2721750883" sldId="271"/>
            <ac:spMk id="2" creationId="{B99195C6-D80A-CF38-A935-E3A48B7A006D}"/>
          </ac:spMkLst>
        </pc:spChg>
        <pc:spChg chg="del mod ord">
          <ac:chgData name="Gurrala Abhiram" userId="76bb6465a259a34c" providerId="LiveId" clId="{086BE522-1959-415D-AEE8-3CD381454661}" dt="2026-02-15T17:47:12.935" v="3184" actId="700"/>
          <ac:spMkLst>
            <pc:docMk/>
            <pc:sldMk cId="2721750883" sldId="271"/>
            <ac:spMk id="3" creationId="{4654EFEC-10B0-3E59-C4FF-A81B6E09BA23}"/>
          </ac:spMkLst>
        </pc:spChg>
        <pc:spChg chg="add mod ord">
          <ac:chgData name="Gurrala Abhiram" userId="76bb6465a259a34c" providerId="LiveId" clId="{086BE522-1959-415D-AEE8-3CD381454661}" dt="2026-02-15T17:55:09.331" v="3324" actId="1076"/>
          <ac:spMkLst>
            <pc:docMk/>
            <pc:sldMk cId="2721750883" sldId="271"/>
            <ac:spMk id="4" creationId="{2D1FD853-05B7-B73B-7A3E-96839B52925C}"/>
          </ac:spMkLst>
        </pc:spChg>
        <pc:spChg chg="add del mod ord">
          <ac:chgData name="Gurrala Abhiram" userId="76bb6465a259a34c" providerId="LiveId" clId="{086BE522-1959-415D-AEE8-3CD381454661}" dt="2026-02-15T17:51:46.106" v="3220" actId="931"/>
          <ac:spMkLst>
            <pc:docMk/>
            <pc:sldMk cId="2721750883" sldId="271"/>
            <ac:spMk id="5" creationId="{8608A72D-C9BD-5E54-462F-E3F295A0EA62}"/>
          </ac:spMkLst>
        </pc:spChg>
        <pc:spChg chg="add del mod ord">
          <ac:chgData name="Gurrala Abhiram" userId="76bb6465a259a34c" providerId="LiveId" clId="{086BE522-1959-415D-AEE8-3CD381454661}" dt="2026-02-15T17:48:04.701" v="3186"/>
          <ac:spMkLst>
            <pc:docMk/>
            <pc:sldMk cId="2721750883" sldId="271"/>
            <ac:spMk id="6" creationId="{1CE0ECB5-2073-05E8-1B76-CA26017D520A}"/>
          </ac:spMkLst>
        </pc:spChg>
        <pc:spChg chg="add mod">
          <ac:chgData name="Gurrala Abhiram" userId="76bb6465a259a34c" providerId="LiveId" clId="{086BE522-1959-415D-AEE8-3CD381454661}" dt="2026-02-15T17:54:46.491" v="3320" actId="1076"/>
          <ac:spMkLst>
            <pc:docMk/>
            <pc:sldMk cId="2721750883" sldId="271"/>
            <ac:spMk id="7" creationId="{07177544-3D7D-98C8-D390-E234F879AD69}"/>
          </ac:spMkLst>
        </pc:spChg>
        <pc:picChg chg="add mod ord">
          <ac:chgData name="Gurrala Abhiram" userId="76bb6465a259a34c" providerId="LiveId" clId="{086BE522-1959-415D-AEE8-3CD381454661}" dt="2026-02-15T17:55:22.466" v="3327" actId="14100"/>
          <ac:picMkLst>
            <pc:docMk/>
            <pc:sldMk cId="2721750883" sldId="271"/>
            <ac:picMk id="9" creationId="{DFEF2EBE-776D-A192-B987-98373A4F24CF}"/>
          </ac:picMkLst>
        </pc:picChg>
      </pc:sldChg>
      <pc:sldChg chg="addSp delSp modSp new mod">
        <pc:chgData name="Gurrala Abhiram" userId="76bb6465a259a34c" providerId="LiveId" clId="{086BE522-1959-415D-AEE8-3CD381454661}" dt="2026-02-15T17:12:14.046" v="3055" actId="255"/>
        <pc:sldMkLst>
          <pc:docMk/>
          <pc:sldMk cId="4255399131" sldId="272"/>
        </pc:sldMkLst>
        <pc:spChg chg="mod">
          <ac:chgData name="Gurrala Abhiram" userId="76bb6465a259a34c" providerId="LiveId" clId="{086BE522-1959-415D-AEE8-3CD381454661}" dt="2026-02-15T11:52:02.854" v="1860" actId="1076"/>
          <ac:spMkLst>
            <pc:docMk/>
            <pc:sldMk cId="4255399131" sldId="272"/>
            <ac:spMk id="2" creationId="{B0EFA55F-93DD-91EA-C4F4-395874751EF9}"/>
          </ac:spMkLst>
        </pc:spChg>
        <pc:spChg chg="mod">
          <ac:chgData name="Gurrala Abhiram" userId="76bb6465a259a34c" providerId="LiveId" clId="{086BE522-1959-415D-AEE8-3CD381454661}" dt="2026-02-15T17:12:14.046" v="3055" actId="255"/>
          <ac:spMkLst>
            <pc:docMk/>
            <pc:sldMk cId="4255399131" sldId="272"/>
            <ac:spMk id="3" creationId="{A2F92990-6E15-2EBA-48D5-52CF6DA33BFE}"/>
          </ac:spMkLst>
        </pc:spChg>
        <pc:picChg chg="add del mod">
          <ac:chgData name="Gurrala Abhiram" userId="76bb6465a259a34c" providerId="LiveId" clId="{086BE522-1959-415D-AEE8-3CD381454661}" dt="2026-02-15T11:58:33.650" v="1935" actId="478"/>
          <ac:picMkLst>
            <pc:docMk/>
            <pc:sldMk cId="4255399131" sldId="272"/>
            <ac:picMk id="5" creationId="{705E1EE7-27A6-0C66-1ECA-F500144F7815}"/>
          </ac:picMkLst>
        </pc:picChg>
        <pc:picChg chg="add mod">
          <ac:chgData name="Gurrala Abhiram" userId="76bb6465a259a34c" providerId="LiveId" clId="{086BE522-1959-415D-AEE8-3CD381454661}" dt="2026-02-15T17:11:35.636" v="3051" actId="14100"/>
          <ac:picMkLst>
            <pc:docMk/>
            <pc:sldMk cId="4255399131" sldId="272"/>
            <ac:picMk id="7" creationId="{4950C44B-A7C7-5E88-FA7C-4A807497C876}"/>
          </ac:picMkLst>
        </pc:picChg>
      </pc:sldChg>
      <pc:sldChg chg="modSp new mod">
        <pc:chgData name="Gurrala Abhiram" userId="76bb6465a259a34c" providerId="LiveId" clId="{086BE522-1959-415D-AEE8-3CD381454661}" dt="2026-02-15T17:12:29.042" v="3056" actId="113"/>
        <pc:sldMkLst>
          <pc:docMk/>
          <pc:sldMk cId="380835349" sldId="273"/>
        </pc:sldMkLst>
        <pc:spChg chg="mod">
          <ac:chgData name="Gurrala Abhiram" userId="76bb6465a259a34c" providerId="LiveId" clId="{086BE522-1959-415D-AEE8-3CD381454661}" dt="2026-02-15T17:12:29.042" v="3056" actId="113"/>
          <ac:spMkLst>
            <pc:docMk/>
            <pc:sldMk cId="380835349" sldId="273"/>
            <ac:spMk id="2" creationId="{8E512328-D21C-5DAF-31C8-BA7E5CEC556A}"/>
          </ac:spMkLst>
        </pc:spChg>
        <pc:spChg chg="mod">
          <ac:chgData name="Gurrala Abhiram" userId="76bb6465a259a34c" providerId="LiveId" clId="{086BE522-1959-415D-AEE8-3CD381454661}" dt="2026-02-15T12:23:14.124" v="2007" actId="5793"/>
          <ac:spMkLst>
            <pc:docMk/>
            <pc:sldMk cId="380835349" sldId="273"/>
            <ac:spMk id="3" creationId="{1E4CA2AA-5C26-DCA2-B6C5-FBE5019651FF}"/>
          </ac:spMkLst>
        </pc:spChg>
      </pc:sldChg>
      <pc:sldChg chg="modSp new mod">
        <pc:chgData name="Gurrala Abhiram" userId="76bb6465a259a34c" providerId="LiveId" clId="{086BE522-1959-415D-AEE8-3CD381454661}" dt="2026-02-15T17:15:20.076" v="3070" actId="1076"/>
        <pc:sldMkLst>
          <pc:docMk/>
          <pc:sldMk cId="1926585813" sldId="274"/>
        </pc:sldMkLst>
        <pc:spChg chg="mod">
          <ac:chgData name="Gurrala Abhiram" userId="76bb6465a259a34c" providerId="LiveId" clId="{086BE522-1959-415D-AEE8-3CD381454661}" dt="2026-02-15T17:15:15.194" v="3069" actId="1076"/>
          <ac:spMkLst>
            <pc:docMk/>
            <pc:sldMk cId="1926585813" sldId="274"/>
            <ac:spMk id="2" creationId="{FD23795F-685D-029A-771F-8DCFD55F8611}"/>
          </ac:spMkLst>
        </pc:spChg>
        <pc:spChg chg="mod">
          <ac:chgData name="Gurrala Abhiram" userId="76bb6465a259a34c" providerId="LiveId" clId="{086BE522-1959-415D-AEE8-3CD381454661}" dt="2026-02-15T17:15:20.076" v="3070" actId="1076"/>
          <ac:spMkLst>
            <pc:docMk/>
            <pc:sldMk cId="1926585813" sldId="274"/>
            <ac:spMk id="3" creationId="{F5144FEE-E88D-DCE6-D09E-8524DA119623}"/>
          </ac:spMkLst>
        </pc:spChg>
      </pc:sldChg>
      <pc:sldChg chg="addSp delSp modSp new mod">
        <pc:chgData name="Gurrala Abhiram" userId="76bb6465a259a34c" providerId="LiveId" clId="{086BE522-1959-415D-AEE8-3CD381454661}" dt="2026-02-15T17:36:25.650" v="3177" actId="20577"/>
        <pc:sldMkLst>
          <pc:docMk/>
          <pc:sldMk cId="1877031054" sldId="275"/>
        </pc:sldMkLst>
        <pc:spChg chg="mod">
          <ac:chgData name="Gurrala Abhiram" userId="76bb6465a259a34c" providerId="LiveId" clId="{086BE522-1959-415D-AEE8-3CD381454661}" dt="2026-02-15T17:15:45.227" v="3072" actId="113"/>
          <ac:spMkLst>
            <pc:docMk/>
            <pc:sldMk cId="1877031054" sldId="275"/>
            <ac:spMk id="2" creationId="{287E9A14-26F6-8640-7972-9D10B6B8311F}"/>
          </ac:spMkLst>
        </pc:spChg>
        <pc:spChg chg="del mod">
          <ac:chgData name="Gurrala Abhiram" userId="76bb6465a259a34c" providerId="LiveId" clId="{086BE522-1959-415D-AEE8-3CD381454661}" dt="2026-02-15T12:45:00.886" v="2055"/>
          <ac:spMkLst>
            <pc:docMk/>
            <pc:sldMk cId="1877031054" sldId="275"/>
            <ac:spMk id="3" creationId="{6031FC75-DB75-74FE-50F5-836EB08ACF31}"/>
          </ac:spMkLst>
        </pc:spChg>
        <pc:spChg chg="add mod">
          <ac:chgData name="Gurrala Abhiram" userId="76bb6465a259a34c" providerId="LiveId" clId="{086BE522-1959-415D-AEE8-3CD381454661}" dt="2026-02-15T17:36:25.650" v="3177" actId="20577"/>
          <ac:spMkLst>
            <pc:docMk/>
            <pc:sldMk cId="1877031054" sldId="275"/>
            <ac:spMk id="4" creationId="{58757B59-B8BC-3730-03DD-2DBD5F3C6200}"/>
          </ac:spMkLst>
        </pc:spChg>
      </pc:sldChg>
      <pc:sldChg chg="addSp delSp modSp new mod modClrScheme chgLayout">
        <pc:chgData name="Gurrala Abhiram" userId="76bb6465a259a34c" providerId="LiveId" clId="{086BE522-1959-415D-AEE8-3CD381454661}" dt="2026-02-15T17:16:16.345" v="3076" actId="14100"/>
        <pc:sldMkLst>
          <pc:docMk/>
          <pc:sldMk cId="485704027" sldId="276"/>
        </pc:sldMkLst>
        <pc:spChg chg="mod ord">
          <ac:chgData name="Gurrala Abhiram" userId="76bb6465a259a34c" providerId="LiveId" clId="{086BE522-1959-415D-AEE8-3CD381454661}" dt="2026-02-15T17:16:03.433" v="3074" actId="14100"/>
          <ac:spMkLst>
            <pc:docMk/>
            <pc:sldMk cId="485704027" sldId="276"/>
            <ac:spMk id="2" creationId="{D8984771-5617-42B9-B8BD-72BDFAC998E2}"/>
          </ac:spMkLst>
        </pc:spChg>
        <pc:spChg chg="del mod">
          <ac:chgData name="Gurrala Abhiram" userId="76bb6465a259a34c" providerId="LiveId" clId="{086BE522-1959-415D-AEE8-3CD381454661}" dt="2026-02-15T12:57:57.176" v="2098" actId="931"/>
          <ac:spMkLst>
            <pc:docMk/>
            <pc:sldMk cId="485704027" sldId="276"/>
            <ac:spMk id="3" creationId="{07902543-1D0D-B0EB-056E-D0EC9A58110A}"/>
          </ac:spMkLst>
        </pc:spChg>
        <pc:spChg chg="add del mod ord">
          <ac:chgData name="Gurrala Abhiram" userId="76bb6465a259a34c" providerId="LiveId" clId="{086BE522-1959-415D-AEE8-3CD381454661}" dt="2026-02-15T12:58:28.297" v="2101" actId="700"/>
          <ac:spMkLst>
            <pc:docMk/>
            <pc:sldMk cId="485704027" sldId="276"/>
            <ac:spMk id="7" creationId="{8DA23580-BDD3-0DE9-2BA6-A519836E87C3}"/>
          </ac:spMkLst>
        </pc:spChg>
        <pc:spChg chg="add del mod ord">
          <ac:chgData name="Gurrala Abhiram" userId="76bb6465a259a34c" providerId="LiveId" clId="{086BE522-1959-415D-AEE8-3CD381454661}" dt="2026-02-15T12:59:14.890" v="2106" actId="931"/>
          <ac:spMkLst>
            <pc:docMk/>
            <pc:sldMk cId="485704027" sldId="276"/>
            <ac:spMk id="8" creationId="{35D5F3A7-F39C-092E-CFB6-4BB7D3720EAE}"/>
          </ac:spMkLst>
        </pc:spChg>
        <pc:spChg chg="add del mod ord">
          <ac:chgData name="Gurrala Abhiram" userId="76bb6465a259a34c" providerId="LiveId" clId="{086BE522-1959-415D-AEE8-3CD381454661}" dt="2026-02-15T13:00:06.872" v="2109"/>
          <ac:spMkLst>
            <pc:docMk/>
            <pc:sldMk cId="485704027" sldId="276"/>
            <ac:spMk id="9" creationId="{F8D80848-E121-3113-FAA8-6E73144EBCA2}"/>
          </ac:spMkLst>
        </pc:spChg>
        <pc:spChg chg="add mod">
          <ac:chgData name="Gurrala Abhiram" userId="76bb6465a259a34c" providerId="LiveId" clId="{086BE522-1959-415D-AEE8-3CD381454661}" dt="2026-02-15T14:58:09.840" v="2187" actId="20577"/>
          <ac:spMkLst>
            <pc:docMk/>
            <pc:sldMk cId="485704027" sldId="276"/>
            <ac:spMk id="12" creationId="{301C9062-EA70-1A8C-051F-857AFAF9E40E}"/>
          </ac:spMkLst>
        </pc:spChg>
        <pc:picChg chg="add del mod ord">
          <ac:chgData name="Gurrala Abhiram" userId="76bb6465a259a34c" providerId="LiveId" clId="{086BE522-1959-415D-AEE8-3CD381454661}" dt="2026-02-15T12:58:19.009" v="2100" actId="478"/>
          <ac:picMkLst>
            <pc:docMk/>
            <pc:sldMk cId="485704027" sldId="276"/>
            <ac:picMk id="5" creationId="{FB5A3D14-8FCB-4C96-209E-4C56FC3B3334}"/>
          </ac:picMkLst>
        </pc:picChg>
        <pc:picChg chg="add mod ord">
          <ac:chgData name="Gurrala Abhiram" userId="76bb6465a259a34c" providerId="LiveId" clId="{086BE522-1959-415D-AEE8-3CD381454661}" dt="2026-02-15T17:16:16.345" v="3076" actId="14100"/>
          <ac:picMkLst>
            <pc:docMk/>
            <pc:sldMk cId="485704027" sldId="276"/>
            <ac:picMk id="11" creationId="{EED1F212-62C8-8BAC-20D0-8D55F6F28297}"/>
          </ac:picMkLst>
        </pc:picChg>
      </pc:sldChg>
      <pc:sldChg chg="addSp delSp modSp new mod modClrScheme chgLayout">
        <pc:chgData name="Gurrala Abhiram" userId="76bb6465a259a34c" providerId="LiveId" clId="{086BE522-1959-415D-AEE8-3CD381454661}" dt="2026-02-16T01:47:12.372" v="3337" actId="113"/>
        <pc:sldMkLst>
          <pc:docMk/>
          <pc:sldMk cId="1477140118" sldId="277"/>
        </pc:sldMkLst>
        <pc:spChg chg="del mod ord">
          <ac:chgData name="Gurrala Abhiram" userId="76bb6465a259a34c" providerId="LiveId" clId="{086BE522-1959-415D-AEE8-3CD381454661}" dt="2026-02-15T14:54:28.487" v="2140" actId="700"/>
          <ac:spMkLst>
            <pc:docMk/>
            <pc:sldMk cId="1477140118" sldId="277"/>
            <ac:spMk id="2" creationId="{17D98A5F-6E3A-CC4F-4285-D3DBA9EC1B6D}"/>
          </ac:spMkLst>
        </pc:spChg>
        <pc:spChg chg="del mod ord">
          <ac:chgData name="Gurrala Abhiram" userId="76bb6465a259a34c" providerId="LiveId" clId="{086BE522-1959-415D-AEE8-3CD381454661}" dt="2026-02-15T14:54:28.487" v="2140" actId="700"/>
          <ac:spMkLst>
            <pc:docMk/>
            <pc:sldMk cId="1477140118" sldId="277"/>
            <ac:spMk id="3" creationId="{8D3F7F99-0178-32F9-3B79-C8FC7059AB70}"/>
          </ac:spMkLst>
        </pc:spChg>
        <pc:spChg chg="del">
          <ac:chgData name="Gurrala Abhiram" userId="76bb6465a259a34c" providerId="LiveId" clId="{086BE522-1959-415D-AEE8-3CD381454661}" dt="2026-02-15T14:54:28.487" v="2140" actId="700"/>
          <ac:spMkLst>
            <pc:docMk/>
            <pc:sldMk cId="1477140118" sldId="277"/>
            <ac:spMk id="4" creationId="{16D7F909-1DFE-96E4-33F2-513A6F7A667A}"/>
          </ac:spMkLst>
        </pc:spChg>
        <pc:spChg chg="add mod ord">
          <ac:chgData name="Gurrala Abhiram" userId="76bb6465a259a34c" providerId="LiveId" clId="{086BE522-1959-415D-AEE8-3CD381454661}" dt="2026-02-16T01:47:12.372" v="3337" actId="113"/>
          <ac:spMkLst>
            <pc:docMk/>
            <pc:sldMk cId="1477140118" sldId="277"/>
            <ac:spMk id="5" creationId="{A84C4815-04B5-A43E-0628-EEAFDAD0F6C7}"/>
          </ac:spMkLst>
        </pc:spChg>
        <pc:spChg chg="add del mod ord">
          <ac:chgData name="Gurrala Abhiram" userId="76bb6465a259a34c" providerId="LiveId" clId="{086BE522-1959-415D-AEE8-3CD381454661}" dt="2026-02-15T14:55:35.678" v="2147"/>
          <ac:spMkLst>
            <pc:docMk/>
            <pc:sldMk cId="1477140118" sldId="277"/>
            <ac:spMk id="6" creationId="{C0B17D2D-4B16-60EA-0DD3-6B49623704BB}"/>
          </ac:spMkLst>
        </pc:spChg>
        <pc:spChg chg="add mod">
          <ac:chgData name="Gurrala Abhiram" userId="76bb6465a259a34c" providerId="LiveId" clId="{086BE522-1959-415D-AEE8-3CD381454661}" dt="2026-02-15T14:57:41.506" v="2175" actId="1076"/>
          <ac:spMkLst>
            <pc:docMk/>
            <pc:sldMk cId="1477140118" sldId="277"/>
            <ac:spMk id="7" creationId="{F6D35373-81F8-7081-1E2B-92B36AB216A6}"/>
          </ac:spMkLst>
        </pc:spChg>
      </pc:sldChg>
      <pc:sldChg chg="addSp delSp modSp new mod">
        <pc:chgData name="Gurrala Abhiram" userId="76bb6465a259a34c" providerId="LiveId" clId="{086BE522-1959-415D-AEE8-3CD381454661}" dt="2026-02-15T17:18:30.205" v="3095" actId="255"/>
        <pc:sldMkLst>
          <pc:docMk/>
          <pc:sldMk cId="250937231" sldId="278"/>
        </pc:sldMkLst>
        <pc:spChg chg="mod">
          <ac:chgData name="Gurrala Abhiram" userId="76bb6465a259a34c" providerId="LiveId" clId="{086BE522-1959-415D-AEE8-3CD381454661}" dt="2026-02-15T17:17:12.059" v="3078" actId="113"/>
          <ac:spMkLst>
            <pc:docMk/>
            <pc:sldMk cId="250937231" sldId="278"/>
            <ac:spMk id="2" creationId="{36144B32-4474-8284-778B-916394D932B8}"/>
          </ac:spMkLst>
        </pc:spChg>
        <pc:spChg chg="del">
          <ac:chgData name="Gurrala Abhiram" userId="76bb6465a259a34c" providerId="LiveId" clId="{086BE522-1959-415D-AEE8-3CD381454661}" dt="2026-02-15T15:00:58.373" v="2189"/>
          <ac:spMkLst>
            <pc:docMk/>
            <pc:sldMk cId="250937231" sldId="278"/>
            <ac:spMk id="3" creationId="{051A6B7F-3433-5E0C-B57C-12127C1CEDB5}"/>
          </ac:spMkLst>
        </pc:spChg>
        <pc:spChg chg="add mod">
          <ac:chgData name="Gurrala Abhiram" userId="76bb6465a259a34c" providerId="LiveId" clId="{086BE522-1959-415D-AEE8-3CD381454661}" dt="2026-02-15T17:18:30.205" v="3095" actId="255"/>
          <ac:spMkLst>
            <pc:docMk/>
            <pc:sldMk cId="250937231" sldId="278"/>
            <ac:spMk id="4" creationId="{51A64130-4BFD-9B4D-4071-D612615C0BEA}"/>
          </ac:spMkLst>
        </pc:spChg>
        <pc:picChg chg="add mod">
          <ac:chgData name="Gurrala Abhiram" userId="76bb6465a259a34c" providerId="LiveId" clId="{086BE522-1959-415D-AEE8-3CD381454661}" dt="2026-02-15T15:13:44.440" v="2306" actId="1076"/>
          <ac:picMkLst>
            <pc:docMk/>
            <pc:sldMk cId="250937231" sldId="278"/>
            <ac:picMk id="6" creationId="{B6FEFF66-D9FF-8898-8CAA-F7FCEE57CB29}"/>
          </ac:picMkLst>
        </pc:picChg>
      </pc:sldChg>
      <pc:sldChg chg="addSp delSp modSp new mod">
        <pc:chgData name="Gurrala Abhiram" userId="76bb6465a259a34c" providerId="LiveId" clId="{086BE522-1959-415D-AEE8-3CD381454661}" dt="2026-02-15T17:19:04" v="3096" actId="255"/>
        <pc:sldMkLst>
          <pc:docMk/>
          <pc:sldMk cId="144895618" sldId="279"/>
        </pc:sldMkLst>
        <pc:spChg chg="mod">
          <ac:chgData name="Gurrala Abhiram" userId="76bb6465a259a34c" providerId="LiveId" clId="{086BE522-1959-415D-AEE8-3CD381454661}" dt="2026-02-15T15:18:46.066" v="2311" actId="1076"/>
          <ac:spMkLst>
            <pc:docMk/>
            <pc:sldMk cId="144895618" sldId="279"/>
            <ac:spMk id="2" creationId="{0F834F1B-74B0-AE76-9988-1837E926B04E}"/>
          </ac:spMkLst>
        </pc:spChg>
        <pc:spChg chg="del mod">
          <ac:chgData name="Gurrala Abhiram" userId="76bb6465a259a34c" providerId="LiveId" clId="{086BE522-1959-415D-AEE8-3CD381454661}" dt="2026-02-15T15:27:21.087" v="2313" actId="931"/>
          <ac:spMkLst>
            <pc:docMk/>
            <pc:sldMk cId="144895618" sldId="279"/>
            <ac:spMk id="3" creationId="{F0BAA562-D6C7-5A36-4457-3E3C38CB5B99}"/>
          </ac:spMkLst>
        </pc:spChg>
        <pc:spChg chg="add del mod">
          <ac:chgData name="Gurrala Abhiram" userId="76bb6465a259a34c" providerId="LiveId" clId="{086BE522-1959-415D-AEE8-3CD381454661}" dt="2026-02-15T15:28:43.784" v="2319"/>
          <ac:spMkLst>
            <pc:docMk/>
            <pc:sldMk cId="144895618" sldId="279"/>
            <ac:spMk id="7" creationId="{0EC64D87-42FF-17FB-1B28-E977AF68A2BF}"/>
          </ac:spMkLst>
        </pc:spChg>
        <pc:spChg chg="add mod">
          <ac:chgData name="Gurrala Abhiram" userId="76bb6465a259a34c" providerId="LiveId" clId="{086BE522-1959-415D-AEE8-3CD381454661}" dt="2026-02-15T17:19:04" v="3096" actId="255"/>
          <ac:spMkLst>
            <pc:docMk/>
            <pc:sldMk cId="144895618" sldId="279"/>
            <ac:spMk id="8" creationId="{85987EA0-319A-EAAC-22AA-C025EB6A25F2}"/>
          </ac:spMkLst>
        </pc:spChg>
        <pc:picChg chg="add del mod ord">
          <ac:chgData name="Gurrala Abhiram" userId="76bb6465a259a34c" providerId="LiveId" clId="{086BE522-1959-415D-AEE8-3CD381454661}" dt="2026-02-15T15:27:47.909" v="2316" actId="478"/>
          <ac:picMkLst>
            <pc:docMk/>
            <pc:sldMk cId="144895618" sldId="279"/>
            <ac:picMk id="5" creationId="{CE38323F-E7B2-5B8D-4D66-659DDE0B839A}"/>
          </ac:picMkLst>
        </pc:picChg>
        <pc:picChg chg="add mod">
          <ac:chgData name="Gurrala Abhiram" userId="76bb6465a259a34c" providerId="LiveId" clId="{086BE522-1959-415D-AEE8-3CD381454661}" dt="2026-02-15T15:29:26.881" v="2334" actId="1076"/>
          <ac:picMkLst>
            <pc:docMk/>
            <pc:sldMk cId="144895618" sldId="279"/>
            <ac:picMk id="9" creationId="{91D66AB1-2D6A-7176-97C5-CD5C0E70EB41}"/>
          </ac:picMkLst>
        </pc:picChg>
      </pc:sldChg>
      <pc:sldChg chg="addSp delSp modSp new mod">
        <pc:chgData name="Gurrala Abhiram" userId="76bb6465a259a34c" providerId="LiveId" clId="{086BE522-1959-415D-AEE8-3CD381454661}" dt="2026-02-16T01:47:46.015" v="3339" actId="1076"/>
        <pc:sldMkLst>
          <pc:docMk/>
          <pc:sldMk cId="4245195516" sldId="280"/>
        </pc:sldMkLst>
        <pc:spChg chg="mod">
          <ac:chgData name="Gurrala Abhiram" userId="76bb6465a259a34c" providerId="LiveId" clId="{086BE522-1959-415D-AEE8-3CD381454661}" dt="2026-02-15T15:32:52.597" v="2358" actId="14100"/>
          <ac:spMkLst>
            <pc:docMk/>
            <pc:sldMk cId="4245195516" sldId="280"/>
            <ac:spMk id="2" creationId="{C25147C7-413B-18EC-E3DB-B50E97ECE291}"/>
          </ac:spMkLst>
        </pc:spChg>
        <pc:spChg chg="del">
          <ac:chgData name="Gurrala Abhiram" userId="76bb6465a259a34c" providerId="LiveId" clId="{086BE522-1959-415D-AEE8-3CD381454661}" dt="2026-02-15T15:28:07.027" v="2318"/>
          <ac:spMkLst>
            <pc:docMk/>
            <pc:sldMk cId="4245195516" sldId="280"/>
            <ac:spMk id="3" creationId="{04CBBDB4-8EF1-11C9-AB41-A45EA5E279AB}"/>
          </ac:spMkLst>
        </pc:spChg>
        <pc:spChg chg="add del mod">
          <ac:chgData name="Gurrala Abhiram" userId="76bb6465a259a34c" providerId="LiveId" clId="{086BE522-1959-415D-AEE8-3CD381454661}" dt="2026-02-15T15:37:57.071" v="2385"/>
          <ac:spMkLst>
            <pc:docMk/>
            <pc:sldMk cId="4245195516" sldId="280"/>
            <ac:spMk id="6" creationId="{60925681-E173-E124-0D1C-E42C41C3E1E0}"/>
          </ac:spMkLst>
        </pc:spChg>
        <pc:spChg chg="add mod">
          <ac:chgData name="Gurrala Abhiram" userId="76bb6465a259a34c" providerId="LiveId" clId="{086BE522-1959-415D-AEE8-3CD381454661}" dt="2026-02-15T15:51:35.851" v="2535" actId="14100"/>
          <ac:spMkLst>
            <pc:docMk/>
            <pc:sldMk cId="4245195516" sldId="280"/>
            <ac:spMk id="7" creationId="{43162FB2-18CC-5A83-D139-3B870202C5D3}"/>
          </ac:spMkLst>
        </pc:spChg>
        <pc:spChg chg="add mod">
          <ac:chgData name="Gurrala Abhiram" userId="76bb6465a259a34c" providerId="LiveId" clId="{086BE522-1959-415D-AEE8-3CD381454661}" dt="2026-02-15T15:50:01.385" v="2530" actId="1076"/>
          <ac:spMkLst>
            <pc:docMk/>
            <pc:sldMk cId="4245195516" sldId="280"/>
            <ac:spMk id="10" creationId="{E6828CC9-584C-3C9F-AB3A-59714707AB2B}"/>
          </ac:spMkLst>
        </pc:spChg>
        <pc:picChg chg="add del mod">
          <ac:chgData name="Gurrala Abhiram" userId="76bb6465a259a34c" providerId="LiveId" clId="{086BE522-1959-415D-AEE8-3CD381454661}" dt="2026-02-15T15:29:11.478" v="2332" actId="478"/>
          <ac:picMkLst>
            <pc:docMk/>
            <pc:sldMk cId="4245195516" sldId="280"/>
            <ac:picMk id="4" creationId="{0A6DEBDA-3107-E78C-D758-94E4A406903A}"/>
          </ac:picMkLst>
        </pc:picChg>
        <pc:picChg chg="add mod">
          <ac:chgData name="Gurrala Abhiram" userId="76bb6465a259a34c" providerId="LiveId" clId="{086BE522-1959-415D-AEE8-3CD381454661}" dt="2026-02-16T01:47:46.015" v="3339" actId="1076"/>
          <ac:picMkLst>
            <pc:docMk/>
            <pc:sldMk cId="4245195516" sldId="280"/>
            <ac:picMk id="9" creationId="{B6A22487-D3AA-DD61-89F0-E2D7BFFCE255}"/>
          </ac:picMkLst>
        </pc:picChg>
      </pc:sldChg>
      <pc:sldChg chg="addSp delSp modSp new mod">
        <pc:chgData name="Gurrala Abhiram" userId="76bb6465a259a34c" providerId="LiveId" clId="{086BE522-1959-415D-AEE8-3CD381454661}" dt="2026-02-15T16:33:21.822" v="2830" actId="113"/>
        <pc:sldMkLst>
          <pc:docMk/>
          <pc:sldMk cId="3592384914" sldId="281"/>
        </pc:sldMkLst>
        <pc:spChg chg="mod">
          <ac:chgData name="Gurrala Abhiram" userId="76bb6465a259a34c" providerId="LiveId" clId="{086BE522-1959-415D-AEE8-3CD381454661}" dt="2026-02-15T16:33:21.822" v="2830" actId="113"/>
          <ac:spMkLst>
            <pc:docMk/>
            <pc:sldMk cId="3592384914" sldId="281"/>
            <ac:spMk id="2" creationId="{84ECB80E-D85C-F0B9-264B-CF8A67EE90A0}"/>
          </ac:spMkLst>
        </pc:spChg>
        <pc:spChg chg="del mod">
          <ac:chgData name="Gurrala Abhiram" userId="76bb6465a259a34c" providerId="LiveId" clId="{086BE522-1959-415D-AEE8-3CD381454661}" dt="2026-02-15T16:07:51.226" v="2575"/>
          <ac:spMkLst>
            <pc:docMk/>
            <pc:sldMk cId="3592384914" sldId="281"/>
            <ac:spMk id="3" creationId="{151BF594-52DB-3DD3-6A5F-69DECC1AD699}"/>
          </ac:spMkLst>
        </pc:spChg>
        <pc:spChg chg="add mod">
          <ac:chgData name="Gurrala Abhiram" userId="76bb6465a259a34c" providerId="LiveId" clId="{086BE522-1959-415D-AEE8-3CD381454661}" dt="2026-02-15T16:32:58.048" v="2829" actId="255"/>
          <ac:spMkLst>
            <pc:docMk/>
            <pc:sldMk cId="3592384914" sldId="281"/>
            <ac:spMk id="4" creationId="{4551E034-6099-406C-A0C2-F72D3615DA7F}"/>
          </ac:spMkLst>
        </pc:spChg>
      </pc:sldChg>
      <pc:sldChg chg="addSp delSp modSp new mod">
        <pc:chgData name="Gurrala Abhiram" userId="76bb6465a259a34c" providerId="LiveId" clId="{086BE522-1959-415D-AEE8-3CD381454661}" dt="2026-02-15T16:36:31.038" v="2864" actId="12"/>
        <pc:sldMkLst>
          <pc:docMk/>
          <pc:sldMk cId="3315753990" sldId="282"/>
        </pc:sldMkLst>
        <pc:spChg chg="mod">
          <ac:chgData name="Gurrala Abhiram" userId="76bb6465a259a34c" providerId="LiveId" clId="{086BE522-1959-415D-AEE8-3CD381454661}" dt="2026-02-15T16:22:14.097" v="2632" actId="14100"/>
          <ac:spMkLst>
            <pc:docMk/>
            <pc:sldMk cId="3315753990" sldId="282"/>
            <ac:spMk id="2" creationId="{86EFE8F8-B5DF-2C57-096A-EAD2D738EFF4}"/>
          </ac:spMkLst>
        </pc:spChg>
        <pc:spChg chg="del mod">
          <ac:chgData name="Gurrala Abhiram" userId="76bb6465a259a34c" providerId="LiveId" clId="{086BE522-1959-415D-AEE8-3CD381454661}" dt="2026-02-15T16:23:35.416" v="2634"/>
          <ac:spMkLst>
            <pc:docMk/>
            <pc:sldMk cId="3315753990" sldId="282"/>
            <ac:spMk id="3" creationId="{4033CF7F-1CB8-6CE9-2179-6F73131615C8}"/>
          </ac:spMkLst>
        </pc:spChg>
        <pc:spChg chg="add mod">
          <ac:chgData name="Gurrala Abhiram" userId="76bb6465a259a34c" providerId="LiveId" clId="{086BE522-1959-415D-AEE8-3CD381454661}" dt="2026-02-15T16:36:31.038" v="2864" actId="12"/>
          <ac:spMkLst>
            <pc:docMk/>
            <pc:sldMk cId="3315753990" sldId="282"/>
            <ac:spMk id="4" creationId="{3DD2F743-B08C-1A4F-0CC0-15A5A7FE32D0}"/>
          </ac:spMkLst>
        </pc:spChg>
      </pc:sldChg>
      <pc:sldChg chg="modSp new mod">
        <pc:chgData name="Gurrala Abhiram" userId="76bb6465a259a34c" providerId="LiveId" clId="{086BE522-1959-415D-AEE8-3CD381454661}" dt="2026-02-15T16:51:14.272" v="2933" actId="2711"/>
        <pc:sldMkLst>
          <pc:docMk/>
          <pc:sldMk cId="178490693" sldId="283"/>
        </pc:sldMkLst>
        <pc:spChg chg="mod">
          <ac:chgData name="Gurrala Abhiram" userId="76bb6465a259a34c" providerId="LiveId" clId="{086BE522-1959-415D-AEE8-3CD381454661}" dt="2026-02-15T16:49:56.264" v="2893" actId="14100"/>
          <ac:spMkLst>
            <pc:docMk/>
            <pc:sldMk cId="178490693" sldId="283"/>
            <ac:spMk id="2" creationId="{24C7A375-1E02-550A-CA9A-6DB45B5E1F96}"/>
          </ac:spMkLst>
        </pc:spChg>
        <pc:spChg chg="mod">
          <ac:chgData name="Gurrala Abhiram" userId="76bb6465a259a34c" providerId="LiveId" clId="{086BE522-1959-415D-AEE8-3CD381454661}" dt="2026-02-15T16:51:14.272" v="2933" actId="2711"/>
          <ac:spMkLst>
            <pc:docMk/>
            <pc:sldMk cId="178490693" sldId="283"/>
            <ac:spMk id="3" creationId="{E1A7C62C-8AB3-9FAB-B2F6-1487DB57DEEA}"/>
          </ac:spMkLst>
        </pc:spChg>
      </pc:sldChg>
      <pc:sldChg chg="addSp delSp modSp new mod">
        <pc:chgData name="Gurrala Abhiram" userId="76bb6465a259a34c" providerId="LiveId" clId="{086BE522-1959-415D-AEE8-3CD381454661}" dt="2026-02-15T17:01:27.383" v="2975" actId="20577"/>
        <pc:sldMkLst>
          <pc:docMk/>
          <pc:sldMk cId="2103189019" sldId="284"/>
        </pc:sldMkLst>
        <pc:spChg chg="mod">
          <ac:chgData name="Gurrala Abhiram" userId="76bb6465a259a34c" providerId="LiveId" clId="{086BE522-1959-415D-AEE8-3CD381454661}" dt="2026-02-15T16:58:20.429" v="2939" actId="14100"/>
          <ac:spMkLst>
            <pc:docMk/>
            <pc:sldMk cId="2103189019" sldId="284"/>
            <ac:spMk id="2" creationId="{118FB0AE-876E-8BF4-1A5E-9DF824BE34C5}"/>
          </ac:spMkLst>
        </pc:spChg>
        <pc:spChg chg="del mod">
          <ac:chgData name="Gurrala Abhiram" userId="76bb6465a259a34c" providerId="LiveId" clId="{086BE522-1959-415D-AEE8-3CD381454661}" dt="2026-02-15T16:58:53.385" v="2941"/>
          <ac:spMkLst>
            <pc:docMk/>
            <pc:sldMk cId="2103189019" sldId="284"/>
            <ac:spMk id="3" creationId="{6657B5C9-3E07-A60F-F239-ACE27D6E5908}"/>
          </ac:spMkLst>
        </pc:spChg>
        <pc:spChg chg="add mod">
          <ac:chgData name="Gurrala Abhiram" userId="76bb6465a259a34c" providerId="LiveId" clId="{086BE522-1959-415D-AEE8-3CD381454661}" dt="2026-02-15T17:01:27.383" v="2975" actId="20577"/>
          <ac:spMkLst>
            <pc:docMk/>
            <pc:sldMk cId="2103189019" sldId="284"/>
            <ac:spMk id="4" creationId="{20E71483-A50D-E026-33BF-25CFB959D7E8}"/>
          </ac:spMkLst>
        </pc:spChg>
      </pc:sldChg>
      <pc:sldChg chg="addSp delSp modSp new mod">
        <pc:chgData name="Gurrala Abhiram" userId="76bb6465a259a34c" providerId="LiveId" clId="{086BE522-1959-415D-AEE8-3CD381454661}" dt="2026-02-15T17:23:49.916" v="3131" actId="12"/>
        <pc:sldMkLst>
          <pc:docMk/>
          <pc:sldMk cId="2330150030" sldId="285"/>
        </pc:sldMkLst>
        <pc:spChg chg="mod">
          <ac:chgData name="Gurrala Abhiram" userId="76bb6465a259a34c" providerId="LiveId" clId="{086BE522-1959-415D-AEE8-3CD381454661}" dt="2026-02-15T17:20:37.151" v="3101" actId="2711"/>
          <ac:spMkLst>
            <pc:docMk/>
            <pc:sldMk cId="2330150030" sldId="285"/>
            <ac:spMk id="2" creationId="{6D974400-4FC5-9171-3205-72E9FE8A7D2A}"/>
          </ac:spMkLst>
        </pc:spChg>
        <pc:spChg chg="del mod">
          <ac:chgData name="Gurrala Abhiram" userId="76bb6465a259a34c" providerId="LiveId" clId="{086BE522-1959-415D-AEE8-3CD381454661}" dt="2026-02-15T17:21:35.346" v="3103"/>
          <ac:spMkLst>
            <pc:docMk/>
            <pc:sldMk cId="2330150030" sldId="285"/>
            <ac:spMk id="3" creationId="{D3EFA6B8-4F1D-33C7-0D3B-1616979584EF}"/>
          </ac:spMkLst>
        </pc:spChg>
        <pc:spChg chg="add mod">
          <ac:chgData name="Gurrala Abhiram" userId="76bb6465a259a34c" providerId="LiveId" clId="{086BE522-1959-415D-AEE8-3CD381454661}" dt="2026-02-15T17:23:49.916" v="3131" actId="12"/>
          <ac:spMkLst>
            <pc:docMk/>
            <pc:sldMk cId="2330150030" sldId="285"/>
            <ac:spMk id="4" creationId="{C2B13FD5-FDF0-9B4C-0DE4-0AF22FC8986A}"/>
          </ac:spMkLst>
        </pc:spChg>
      </pc:sldChg>
      <pc:sldChg chg="addSp delSp modSp new mod">
        <pc:chgData name="Gurrala Abhiram" userId="76bb6465a259a34c" providerId="LiveId" clId="{086BE522-1959-415D-AEE8-3CD381454661}" dt="2026-02-15T17:35:19.350" v="3173" actId="113"/>
        <pc:sldMkLst>
          <pc:docMk/>
          <pc:sldMk cId="1489464083" sldId="286"/>
        </pc:sldMkLst>
        <pc:spChg chg="mod">
          <ac:chgData name="Gurrala Abhiram" userId="76bb6465a259a34c" providerId="LiveId" clId="{086BE522-1959-415D-AEE8-3CD381454661}" dt="2026-02-15T17:35:19.350" v="3173" actId="113"/>
          <ac:spMkLst>
            <pc:docMk/>
            <pc:sldMk cId="1489464083" sldId="286"/>
            <ac:spMk id="2" creationId="{DB162072-58A7-B206-6773-4399B6CC77F6}"/>
          </ac:spMkLst>
        </pc:spChg>
        <pc:spChg chg="del mod">
          <ac:chgData name="Gurrala Abhiram" userId="76bb6465a259a34c" providerId="LiveId" clId="{086BE522-1959-415D-AEE8-3CD381454661}" dt="2026-02-15T17:32:24.779" v="3139"/>
          <ac:spMkLst>
            <pc:docMk/>
            <pc:sldMk cId="1489464083" sldId="286"/>
            <ac:spMk id="3" creationId="{9383BCED-0699-3B1C-A533-0A4B1E5ECCCC}"/>
          </ac:spMkLst>
        </pc:spChg>
        <pc:spChg chg="add mod">
          <ac:chgData name="Gurrala Abhiram" userId="76bb6465a259a34c" providerId="LiveId" clId="{086BE522-1959-415D-AEE8-3CD381454661}" dt="2026-02-15T17:35:07.551" v="3172" actId="123"/>
          <ac:spMkLst>
            <pc:docMk/>
            <pc:sldMk cId="1489464083" sldId="286"/>
            <ac:spMk id="4" creationId="{ED0B0A68-6B28-5424-08B3-0D5A9A045C1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F5C51-5A9F-13D8-9E35-30D4B8FF8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C263CB-32B6-0C28-7049-B3D8277C1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C5F68-1E50-6AAB-281A-1CD274A2B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CB30-FB13-4259-9B8A-5BDB7F833B2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0EE47-6FA8-FAF2-FBE8-8855F17C9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51705-CABA-865F-567D-CA15015F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400-AAEF-41C5-B32D-5EFD1C4A6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8245A-1E84-A255-4497-605999B12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BECB1-70A1-6BC6-C1E6-25E632942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5CD8-6B6F-4076-6D7D-F0F80ABF7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CB30-FB13-4259-9B8A-5BDB7F833B2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CF391-7EB2-C6D4-176C-89B6DC369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845EB-109A-6F5F-E6CE-284A69857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400-AAEF-41C5-B32D-5EFD1C4A6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727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F97EE-282A-04FC-769D-4A48FA017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2CB23-E15A-38CB-4916-F9DA31070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72ABD-C557-AD85-31DC-F246757B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CB30-FB13-4259-9B8A-5BDB7F833B2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78545-9C93-9448-2BFD-6FD0FAAE5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8AB26-5DA1-5D0D-768F-16E13B7C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400-AAEF-41C5-B32D-5EFD1C4A6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943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6E865-F4AE-1FC4-FDDC-099CEB6A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EAE24-1B49-EAC6-C426-6EF2FC8542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A3CE1-2146-67F6-B066-418E03CD1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2386C-06F4-F706-2679-85F54D6E6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CB30-FB13-4259-9B8A-5BDB7F833B2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75E98-05D2-A69C-E475-2D28F2648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27E4A-2368-AFB2-C938-4FC635EF9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400-AAEF-41C5-B32D-5EFD1C4A6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991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08BDD-F38F-786C-7659-2E0A80DA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6F906-3C89-A298-2920-C96E514E5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1FF86-B0D0-1174-9A0D-02F422083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84B0F-EEAA-CF57-1E7C-00DE3FA61B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200831-4DF8-DD4D-C1A5-5F30368E68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6F6A1F-5325-EC35-3CE4-D8D41D90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CB30-FB13-4259-9B8A-5BDB7F833B2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C7946E-CFB2-0C87-D2F0-9DED2C711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280B6D-C9BF-61A4-3BE9-F78164C52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400-AAEF-41C5-B32D-5EFD1C4A6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79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8F242-C99E-4FA6-39B8-670D6E67F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9E7C38-8972-3A19-5991-6002C9F92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CB30-FB13-4259-9B8A-5BDB7F833B2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D7DAC5-D1B8-1529-8142-D7743E0D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D817B7-A74D-C537-AF0E-0A8E6F387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400-AAEF-41C5-B32D-5EFD1C4A6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789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B5A86C-586A-99CA-A9EA-A7449FFBF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CB30-FB13-4259-9B8A-5BDB7F833B2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A9A889-F699-A6AF-4C6A-A2689837E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98237-1AC7-EAFA-0DDE-EE3801AC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400-AAEF-41C5-B32D-5EFD1C4A6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31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5FBA4-B74C-5469-1974-3D59B327E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40320-7054-971F-3D0C-FF6275623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3DDD3-1FA2-7F33-76DC-19E69D2AB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49D76-E253-13B4-9C54-6D604F4C9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CB30-FB13-4259-9B8A-5BDB7F833B2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14F19-43D1-EA2A-3F6A-E0FDF292E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68751-B383-2FBE-1C56-05052BD5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400-AAEF-41C5-B32D-5EFD1C4A6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05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84BDD-ADA7-542D-607B-5F62E99D0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9B8D8-2200-AF08-0322-51294E0E0B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1655F-ADF2-24CD-ED5A-1D08DC6BB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C2020-2C67-7C3A-5D94-2C97F335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CB30-FB13-4259-9B8A-5BDB7F833B2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5333C-53EF-65A0-7F2E-E82F3EF1D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4FB20-D21A-C3AF-165B-A7177C2D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400-AAEF-41C5-B32D-5EFD1C4A6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851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7809F-3960-0156-243A-6D0992D3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063BF-18A8-6815-5471-0D5E9724C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32DC0-8595-9337-2ED1-179319720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CB30-FB13-4259-9B8A-5BDB7F833B2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E3987-02A8-2AA8-2654-D7CE5C144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6AF0-EB65-1A1F-844E-963B52992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400-AAEF-41C5-B32D-5EFD1C4A6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755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C18E58-6CED-1025-E3EA-EAF8ABB5BE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C7B2F-D620-14CB-3563-5DE0286F9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A15A4-145F-E4D4-A61D-7C2AA3ED0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CB30-FB13-4259-9B8A-5BDB7F833B2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A2C19-475F-C3CA-636D-0B4AABB37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B9CB3-6B4C-484D-7177-FB8AB62C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400-AAEF-41C5-B32D-5EFD1C4A6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598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974FFC-C8F3-7830-8255-063CB8EE5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A9C0A-F8D7-C6F5-A90F-84BF15510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D2FA0-A6D6-B302-52A9-AA7E5D78AF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FCB30-FB13-4259-9B8A-5BDB7F833B2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A1691-383D-C1B5-E99D-AC646F7D5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8BDF4-7D84-315C-7AD4-DC6173BEA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8E400-AAEF-41C5-B32D-5EFD1C4A6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78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EF11D-24FD-5782-2D55-243646BA9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3906" y="858417"/>
            <a:ext cx="10024188" cy="1997124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BASED DIGITAL BANKING FRAUD DETECTION &amp; SIMULATION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681E1-77A8-56BA-6D11-A12788989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418" y="4600328"/>
            <a:ext cx="4879595" cy="1655762"/>
          </a:xfrm>
        </p:spPr>
        <p:txBody>
          <a:bodyPr>
            <a:normAutofit fontScale="92500"/>
          </a:bodyPr>
          <a:lstStyle/>
          <a:p>
            <a:pPr algn="l"/>
            <a:r>
              <a:rPr lang="en-IN" dirty="0"/>
              <a:t>Name : Gurrala Sindhuja</a:t>
            </a:r>
          </a:p>
          <a:p>
            <a:pPr algn="l"/>
            <a:r>
              <a:rPr lang="en-IN" dirty="0"/>
              <a:t>Batch-11  </a:t>
            </a:r>
            <a:br>
              <a:rPr lang="en-IN" dirty="0"/>
            </a:br>
            <a:r>
              <a:rPr lang="en-IN" dirty="0"/>
              <a:t>Tech Stack : Java version 8, </a:t>
            </a:r>
            <a:r>
              <a:rPr lang="en-IN" dirty="0" err="1"/>
              <a:t>Springboot</a:t>
            </a:r>
            <a:r>
              <a:rPr lang="en-IN" dirty="0"/>
              <a:t>     with </a:t>
            </a:r>
            <a:r>
              <a:rPr lang="en-IN" dirty="0" err="1"/>
              <a:t>restAPI</a:t>
            </a:r>
            <a:r>
              <a:rPr lang="en-IN" dirty="0"/>
              <a:t>, Postman, </a:t>
            </a:r>
            <a:r>
              <a:rPr lang="en-IN" dirty="0" err="1"/>
              <a:t>Thymeleaf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9266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2D680-6763-FE30-CA8B-87F347A73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933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5ADCF4A-20DB-0C92-5DCF-E81E293582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90450"/>
            <a:ext cx="105156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of digital banking channels such as online payments, mobile banking, card transactions, UPI, and international transfers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 in financial fraud activities alongside digital transaction growth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fraud types include card theft, phishing, account takeover, and unauthorized location-based transactions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banking fraud detection systems rely mainly on manual checks and static rule-based logic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are slow, not scalable, and unable to detect complex or evolving fraud patterns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Banks require a system that can detect fraud in real time during transactions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 hybrid approach that combines rule-based detection with intelligent machine learning models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 for a simulation engine to generate transactions and test fraud detection accuracy before real deployment</a:t>
            </a:r>
          </a:p>
        </p:txBody>
      </p:sp>
    </p:spTree>
    <p:extLst>
      <p:ext uri="{BB962C8B-B14F-4D97-AF65-F5344CB8AC3E}">
        <p14:creationId xmlns:p14="http://schemas.microsoft.com/office/powerpoint/2010/main" val="4156604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1F331-4A19-932A-8A65-49996067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112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A13B1-E926-0F07-F23B-00DA82B19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0629"/>
            <a:ext cx="10515600" cy="4985725"/>
          </a:xfrm>
        </p:spPr>
        <p:txBody>
          <a:bodyPr>
            <a:normAutofit fontScale="85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real-time digital banking fraud detection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anomalous transaction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unusual patterns in amount, location, and frequency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rule-based detection with machine learning models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transactions as Normal, Suspicious, or Fraud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risk scores for every transaction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simulation engine to create realistic fraud scenarios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monitoring dashboard for fraud analytics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fraud trends, transaction statistics, and risk levels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API-based integration with external banking systems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scalable and modular fraud detection architecture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faster and more accurate fraud decision making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5261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14739-143B-1119-C7DC-FCCFC1EBB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112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the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E861E8-8566-1063-4108-ECD6D75171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20892"/>
            <a:ext cx="10515599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transaction processing and fraud evaluation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fraud detection using rule-based and machine learning models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risk score calculation for every transaction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transactions into Normal, Suspicious, and Fraud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Fraud logging and tracking for suspicious activities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 simulation engine for testing fraud scenarios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 gateway for external system integration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module for fraud statistics and summaries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Location-based fraud detection logic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Rapid transaction pattern detection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High-amount transaction monitoring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support for viewing transactions and fraud reports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 for easy upgrades and feature additions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design suitable for real-world banking environments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for future ML model integration and cloud deployment</a:t>
            </a:r>
          </a:p>
        </p:txBody>
      </p:sp>
    </p:spTree>
    <p:extLst>
      <p:ext uri="{BB962C8B-B14F-4D97-AF65-F5344CB8AC3E}">
        <p14:creationId xmlns:p14="http://schemas.microsoft.com/office/powerpoint/2010/main" val="1882273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994A4-8FCC-EC66-77BB-9B1251BED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3557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03115-A8AA-52FE-0038-7CCADC807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8683"/>
            <a:ext cx="10515600" cy="5880681"/>
          </a:xfrm>
        </p:spPr>
        <p:txBody>
          <a:bodyPr/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used as the core programming language for building the backend logic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used to create RESTful APIs and manage the application structure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MVC used to implement the layered architecture and controller-service-repository pattern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Data JPA used for database interaction and ORM-based data handling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Hibernate used as the JPA implementation for entity mapping and persistence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used as the relational database to store transactions and fraud records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APIs used for communication between frontend, external systems, and backend services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 used for dependency management and project build automation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used as the data exchange format between client and server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Tomcat server used to run the Spring Boot application locally or in deployment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191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F5C1F-9AE4-73B6-7656-7A78287AE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345"/>
            <a:ext cx="10515600" cy="64994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07F06-EAA1-6350-DFB7-8C36EC729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89029"/>
            <a:ext cx="10612771" cy="5771626"/>
          </a:xfrm>
        </p:spPr>
        <p:txBody>
          <a:bodyPr>
            <a:noAutofit/>
          </a:bodyPr>
          <a:lstStyle/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layered architecture to separate different responsibilities of the application.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the MVC (Model–View–Controller) design pattern to organize the code structure clearly.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controller layer handles incoming HTTP requests from the frontend or external systems.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service layer contains the core business logic, including fraud detection and simulation.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repository layer interacts with the database using JPA.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layer represents the database entities such as transactions and fraud logs.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implements a hybrid fraud detection model that combines rule-based detection and machine learning–based risk evaluation.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detection handles known fraud patterns such as high-amount transactions and location mismatches.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ML plug-in is designed as an optional component that can be enabled without changing the core system.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architecture ensures modularity, scalability, and easy integration of new fraud detection techniques.</a:t>
            </a:r>
          </a:p>
        </p:txBody>
      </p:sp>
    </p:spTree>
    <p:extLst>
      <p:ext uri="{BB962C8B-B14F-4D97-AF65-F5344CB8AC3E}">
        <p14:creationId xmlns:p14="http://schemas.microsoft.com/office/powerpoint/2010/main" val="3489951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FDD29-9AA8-623F-E35A-5BF0811EC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90387"/>
            <a:ext cx="6799503" cy="897038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Architecture Design</a:t>
            </a:r>
            <a:endParaRPr lang="en-IN" sz="3600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7A30977-AAEF-9392-BB6A-12B3EFF962F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5" r="7785"/>
          <a:stretch>
            <a:fillRect/>
          </a:stretch>
        </p:blipFill>
        <p:spPr>
          <a:xfrm>
            <a:off x="5183188" y="987425"/>
            <a:ext cx="6172200" cy="487362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D70D0DD-1940-BBB6-E412-8C158BA7F8E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38847" y="1025111"/>
            <a:ext cx="4644341" cy="5719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and processes transaction data in a structured relational database.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entity represents every banking transaction performed by a user.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FraudLog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entity stores fraud-related alerts generated during detection.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transaction is evaluated by the fraud detection engine before being stored.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transaction is suspicious or fraudulent, a corresponding fraud log is created.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maintains a one-to-many relationship between accounts and transactions.</a:t>
            </a:r>
          </a:p>
        </p:txBody>
      </p:sp>
    </p:spTree>
    <p:extLst>
      <p:ext uri="{BB962C8B-B14F-4D97-AF65-F5344CB8AC3E}">
        <p14:creationId xmlns:p14="http://schemas.microsoft.com/office/powerpoint/2010/main" val="898429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3283F0-C73D-1FAA-4044-56886692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21" y="0"/>
            <a:ext cx="5359702" cy="601883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Architecture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D865F338-D3D5-5D90-FA74-E5BE9AF5C23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12521" y="408329"/>
            <a:ext cx="3799438" cy="683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UI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submits transaction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fraud alerts and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Controller Layer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HTTP requests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Exposes REST API endpoints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Routes requests to service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business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rules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 risk evaluation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Repository Layer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Saves transactions and fraud logs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Fetches data for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Layer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transactions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fraud logs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Maintains historical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ADF7106D-99E7-CDE7-1762-C19060496A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1411147"/>
            <a:ext cx="2170253" cy="217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9C417377-2434-110B-2326-28F44273A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61367" y="601883"/>
            <a:ext cx="6933236" cy="575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2753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AFF0EE-0829-5669-66EB-0257BF530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638" y="0"/>
            <a:ext cx="10156161" cy="706056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Execution and Fraud Detection Flow</a:t>
            </a:r>
            <a:endParaRPr lang="en-IN" sz="3600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2786CED0-E163-B70B-96AF-689D694C0B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934" y="856527"/>
            <a:ext cx="6172200" cy="5742853"/>
          </a:xfrm>
          <a:prstGeom prst="rect">
            <a:avLst/>
          </a:prstGeom>
        </p:spPr>
      </p:pic>
      <p:sp>
        <p:nvSpPr>
          <p:cNvPr id="16" name="Rectangle 5">
            <a:extLst>
              <a:ext uri="{FF2B5EF4-FFF2-40B4-BE49-F238E27FC236}">
                <a16:creationId xmlns:a16="http://schemas.microsoft.com/office/drawing/2014/main" id="{E938EC31-C46A-91A5-A318-7DA3324263A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932385" y="659293"/>
            <a:ext cx="4472992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every transaction through 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multi-stage fraud detection pipeline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transaction first enters through the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or dashboard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transaction is passed to the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processing.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rule-based engine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checks for suspicious behavior patterns.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 plug-in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evaluates transaction risk using predictive logic.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outputs of both methods are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combined into a final risk score.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risk score, the system assigns 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fraud status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transaction and any fraud logs are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stored in the database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results are displayed on the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and analytics modules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4235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64429-E951-53EB-BCD6-3D7A0D0D6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76" y="275582"/>
            <a:ext cx="7474011" cy="711843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Interaction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3EA749-E425-AF2B-29E9-B3D9E47F1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226" y="1145893"/>
            <a:ext cx="7327398" cy="524333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A6DB63D-BFB1-3F15-B02F-F8D0F2CA6F7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388376" y="1564499"/>
            <a:ext cx="457716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dashboard collects transaction data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Controller layer receives API or UI requests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processes and forwards to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FraudDetectionService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 engine and ML plugin calculate risk score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stored in Transaction and Fraud Log tables</a:t>
            </a:r>
          </a:p>
        </p:txBody>
      </p:sp>
    </p:spTree>
    <p:extLst>
      <p:ext uri="{BB962C8B-B14F-4D97-AF65-F5344CB8AC3E}">
        <p14:creationId xmlns:p14="http://schemas.microsoft.com/office/powerpoint/2010/main" val="2266433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059B7AE-9768-98A7-1B4E-4B736CA3F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53" y="97038"/>
            <a:ext cx="10515600" cy="583999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Layer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C72A117-37ED-2661-12AD-5C331E80FC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6285" y="2524994"/>
            <a:ext cx="11099430" cy="3998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1400" b="1" dirty="0"/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Components: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TransactionController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transaction creation, validation, and processing within the system.</a:t>
            </a:r>
          </a:p>
          <a:p>
            <a:pPr algn="just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TransactionApiGatewayController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communication with external transaction and payment APIs.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FraudController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Processes fraud detection requests and flags suspicious transactions.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DashboardController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Processes fraud detection requests and flags suspicious transactions.</a:t>
            </a:r>
          </a:p>
          <a:p>
            <a:pPr algn="just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AnalyticsController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fraud analysis insights, trends, and reporting data.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246C9D75-E20C-991B-4A4F-B5B6249EC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85" y="780916"/>
            <a:ext cx="1084452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Entry point for all UI and API requests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Receives transaction data from users or external systems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Validates input data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Forwards requests to service layer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Returns processed responses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Separates presentation logic from business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722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41144-5728-E9FD-B00E-74281814E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068"/>
            <a:ext cx="10515600" cy="616387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7C692-5083-BC84-9036-74FFA410B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7956"/>
            <a:ext cx="10515600" cy="5653976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 is the core business logic layer of the application.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sits between the Controller layer and the Repository layer.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Controllers receive requests from users or APIs and forward them to the services.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process the request, apply fraud detection rules, call ML models if needed, and interact with the database through repositories.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separation keeps the code modular, reusable, and easy to maintain.</a:t>
            </a:r>
          </a:p>
          <a:p>
            <a:pPr marL="0" indent="0" algn="just">
              <a:buNone/>
            </a:pP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in the System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transaction processing, validation, risk evaluation, and saving transaction data.</a:t>
            </a:r>
          </a:p>
          <a:p>
            <a:pPr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FraudDetectionService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rule-based checks and ML-based risk scoring to detect fraudulent behavior.</a:t>
            </a:r>
          </a:p>
          <a:p>
            <a:pPr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TransactionSimulationService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simulated transactions to test fraud detection scenarios.</a:t>
            </a:r>
          </a:p>
          <a:p>
            <a:pPr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RiskEvaluationService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the system with the ML plugin to compute transaction risk scores.</a:t>
            </a:r>
          </a:p>
          <a:p>
            <a:pPr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AnalyticsService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fraud statistics, summaries, and location-based fraud analysis for reporting.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4391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4A9B8-3587-67A1-2304-16F037705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975"/>
            <a:ext cx="10515600" cy="616386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9AEE4-918E-88B6-D125-4BAA704BE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3361"/>
            <a:ext cx="11353800" cy="5355351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 hybrid fraud detection approach that combines rule-based logic and an ML-based risk model. This ensures both fast detection and pattern recognition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Detection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applies predefined fraud rules to every incoming transaction.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Implemented : 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8C1D9F-D2C8-2E8F-6258-84666130E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2578"/>
            <a:ext cx="12517312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Amount Rule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If the transaction amount exceeds a defined threshold, risk increases.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Rapid Transaction Rule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Multiple transactions within a short time window raise the risk score.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 Mismatch Rule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If the transaction location differs from the user’s recent location, risk increases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Detection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B2210AB-A22D-62B3-7A1E-6DD7C7BAA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1" y="3934123"/>
            <a:ext cx="10515599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optional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 plugin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evaluates the transaction.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predicts 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score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 patterns such as: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ML score is combined with the rule-based score.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Risk Calculation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risk score is calculated as: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Risk = Rule-Based Score + ML Score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94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1FD853-05B7-B73B-7A3E-96839B529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395" y="140444"/>
            <a:ext cx="5259388" cy="677119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Plugin Architecture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FEF2EBE-776D-A192-B987-98373A4F24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95" y="817562"/>
            <a:ext cx="10413980" cy="230760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07177544-3D7D-98C8-D390-E234F879AD6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97716" y="2897180"/>
            <a:ext cx="1117791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Enhances fraud detection beyond static rules.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Input: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Receives transaction details from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Computes features like transaction amount, location deviation, frequency, device info,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 Model: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Trained on historical transaction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subtle and complex fraud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adapt to evolving fraud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Score Output: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Produces an additional risk score that is combined with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rule-based score.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Called by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FraudDetectionService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alongside rules in 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detection pipeline.</a:t>
            </a:r>
          </a:p>
        </p:txBody>
      </p:sp>
    </p:spTree>
    <p:extLst>
      <p:ext uri="{BB962C8B-B14F-4D97-AF65-F5344CB8AC3E}">
        <p14:creationId xmlns:p14="http://schemas.microsoft.com/office/powerpoint/2010/main" val="2721750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B5865-0B99-283E-F4D5-97D0085F2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9606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261114-6584-B4D8-25B7-6328C3EB05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1430" y="1011953"/>
            <a:ext cx="10186851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 relational database to store transaction and fraud data.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tables: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Fraud_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table stores all incoming banking transactions along with risk score and status.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Fraud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_l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 records which fraud rule was triggered for a transaction.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transaction has a unique ID and is linked to fraud logs.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structure allows tracking, auditing, and analytics of fraud events.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Tables Overview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table                                                    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Fraud_log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6934BC-5F2E-039C-E7FB-4D50CB44ED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77" y="4336867"/>
            <a:ext cx="5363323" cy="20870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6C4C6D-006B-9F00-6443-8C1982E492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319" y="4313717"/>
            <a:ext cx="5058481" cy="189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927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FA55F-93DD-91EA-C4F4-395874751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812"/>
            <a:ext cx="10515600" cy="691888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DTO and Dataflow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92990-6E15-2EBA-48D5-52CF6DA33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4976"/>
            <a:ext cx="11118448" cy="604121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DTO (Data Transfer Object)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DTOs are used to transfer data between the client and server without exposing internal database entities.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provide a clean and secure interface for API communication.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help in input validation and prevent unwanted fields from being stored.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DTOs reduce coupling between frontend requests and backend database structure.</a:t>
            </a:r>
          </a:p>
          <a:p>
            <a:pPr marL="0" indent="0"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TransactionRequestDTO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Fields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accountNumber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                                          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Using DTO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sends transaction request.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receives data as DTO.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DTO is converted into Transaction entity.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performs fraud detection.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is stored in database.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returned to client.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50C44B-A7C7-5E88-FA7C-4A807497C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211" y="3270048"/>
            <a:ext cx="8904790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99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12328-D21C-5DAF-31C8-BA7E5CEC5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252"/>
            <a:ext cx="10515600" cy="456996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Status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CA2AA-5C26-DCA2-B6C5-FBE501965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248"/>
            <a:ext cx="10515600" cy="6287751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status is assigned based on the final calculated risk score.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converts the numeric risk score into a clear status for easier decision-making.</a:t>
            </a:r>
          </a:p>
          <a:p>
            <a:pPr marL="0" indent="0">
              <a:buNone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Score to Status Mapping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score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– 29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score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– 69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score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 and above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Status is Assigned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FraudDetectionService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calculates total risk score.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score is passed to the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detectStatus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method.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compares the score with predefined thresholds.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range, the system assigns:</a:t>
            </a:r>
          </a:p>
          <a:p>
            <a:pPr lvl="1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</a:p>
          <a:p>
            <a:pPr lvl="1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</a:t>
            </a:r>
          </a:p>
          <a:p>
            <a:pPr lvl="1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status is stored along with the transaction.</a:t>
            </a:r>
          </a:p>
          <a:p>
            <a:pPr marL="0" indent="0">
              <a:buNone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Classification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banks take quick decisions.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monitoring effort.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automatic alerts for suspicious and fraud cases.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real-time fraud response.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835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3795F-685D-029A-771F-8DCFD55F8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753" y="0"/>
            <a:ext cx="10515600" cy="67511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Rate Calculation and Fraud Percentage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44FEE-E88D-DCE6-D09E-8524DA119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5110"/>
            <a:ext cx="10515600" cy="601910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rate helps measure how many transactions in the system are marked as fraud.</a:t>
            </a: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gives a quick overview of the system’s fraud activity and detection performance.</a:t>
            </a:r>
          </a:p>
          <a:p>
            <a:pPr marL="0" indent="0">
              <a:buNone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Rate Formula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Rate (%) =   (Number of Fraud Transactions ÷ Total Transactions) × 100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Calculation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transactions: 100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transactions: 12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rate = (12 ÷ 100) × 100 =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12%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Is Calculated in the System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AnalyticsController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calls analytics service.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fetches:</a:t>
            </a:r>
          </a:p>
          <a:p>
            <a:pPr lvl="1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transactions.</a:t>
            </a:r>
          </a:p>
          <a:p>
            <a:pPr lvl="1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transactions with status = FRAUD.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percentage is calculated using the formula.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is returned through analytics API.</a:t>
            </a:r>
          </a:p>
          <a:p>
            <a:pPr marL="0" indent="0">
              <a:buNone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Fraud Rate Is Important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overall fraud trends.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banks monitor system effectiveness.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dashboards and reports.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compare performance over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6585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E9A14-26F6-8640-7972-9D10B6B83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18" y="287626"/>
            <a:ext cx="10515600" cy="624776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Transaction Simulation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757B59-B8BC-3730-03DD-2DBD5F3C62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5587" y="1285581"/>
            <a:ext cx="10515600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banking fraud data is limited and highly sensitive.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 fraud detection on real customer data is risky and restricted.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Simulation allows safe generation of realistic transaction scenarios.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test fraud detection rules under different conditions.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performance testing with large volumes of transactions.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developers to create specific fraud patterns for validation.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Useful for training and evaluating machine learning models.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weaknesses in fraud detection logic.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real-world banking systems during development.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continuous testing and system improvements.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031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84771-5617-42B9-B8BD-72BDFAC9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667" y="-87646"/>
            <a:ext cx="6254844" cy="742426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Simulation Works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ED1F212-62C8-8BAC-20D0-8D55F6F28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050" y="740780"/>
            <a:ext cx="4568000" cy="5694743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301C9062-EA70-1A8C-051F-857AFAF9E40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43667" y="654780"/>
            <a:ext cx="5606132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Simulation engine generates synthetic banking         transactions.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Each transaction includes account number,    amount, and location.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System creates both normal and suspicious transaction patterns.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Transactions are automatically sent to the fraud detection module.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Rule-based engine evaluates each simulated transaction.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ML plug-in (if enabled) adds additional risk evaluation.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Risk score is calculated and fraud status is assigned.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All simulated transactions are stored in the database.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Results are visible on dashboard and analytics APIs.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Simulation helps test system behavior under different fraud scenarios.</a:t>
            </a:r>
          </a:p>
        </p:txBody>
      </p:sp>
    </p:spTree>
    <p:extLst>
      <p:ext uri="{BB962C8B-B14F-4D97-AF65-F5344CB8AC3E}">
        <p14:creationId xmlns:p14="http://schemas.microsoft.com/office/powerpoint/2010/main" val="485704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4C4815-04B5-A43E-0628-EEAFDAD0F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3849"/>
            <a:ext cx="10515600" cy="708666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Simulation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6D35373-81F8-7081-1E2B-92B36AB216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97420"/>
            <a:ext cx="9195146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safe testing without using real customer data.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validate fraud detection rules under multiple scenarios.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generation of both normal and fraudulent transactions.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system reliability before real-world deployment.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stress testing with high transaction volumes.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measure fraud detection accuracy.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Useful for training and evaluating ML models.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external banking systems.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Speeds up development and testing cycles.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controlled environment for experimenting with new fraud strategies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7140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44B32-4474-8284-778B-916394D93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383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Execution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A64130-4BFD-9B4D-4071-D612615C0B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712" y="2980015"/>
            <a:ext cx="105156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enters transaction details via the 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form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 submits request to </a:t>
            </a:r>
            <a:r>
              <a:rPr kumimoji="0" lang="en-US" altLang="en-US" sz="2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TransactionController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(/transaction/create) 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Controller layer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receives request and validates input.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processes the transaction: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Assigns 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score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 rules and ML plugin.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Checks for fraud patterns.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Updates 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 table.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FraudController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logs any triggered rules in </a:t>
            </a:r>
            <a:r>
              <a:rPr kumimoji="0" lang="en-US" altLang="en-US" sz="2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FraudLog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table.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AnalyticsController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updates summaries and dashboards.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DashboardController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fetches transaction and fraud data for visualization.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can view 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 status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Normal, Suspicious, or Fraud.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can 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simulate transactions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kumimoji="0" lang="en-US" altLang="en-US" sz="2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SimulationService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test fraud detection logic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FEFF66-D9FF-8898-8CAA-F7FCEE57C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9509"/>
            <a:ext cx="12192000" cy="184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37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34F1B-74B0-AE76-9988-1837E926B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4286"/>
            <a:ext cx="10515600" cy="706591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Execution Scenario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5987EA0-319A-EAAC-22AA-C025EB6A25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16002"/>
            <a:ext cx="9979976" cy="497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initiates a transaction of ₹5000 from Mumbai.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sends the transaction request to </a:t>
            </a:r>
            <a:r>
              <a:rPr kumimoji="0" lang="en-US" altLang="en-US" sz="2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TransactionController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processes the transaction: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Computes risk score based on rules.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Invokes ML plugin for anomaly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 is saved in 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 Table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flagged transactions logged in </a:t>
            </a:r>
            <a:r>
              <a:rPr kumimoji="0" lang="en-US" altLang="en-US" sz="2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FraudLog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module calculates fraud summary and updates 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can see transaction status: 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NORMAL, SUSPICIOUS, or FRAUD.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simulates multiple transactions to validate detection logic.</a:t>
            </a: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91D66AB1-2D6A-7176-97C5-CD5C0E70E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65" y="1120877"/>
            <a:ext cx="10515600" cy="249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95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147C7-413B-18EC-E3DB-B50E97ECE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Threshold Logic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3162FB2-18CC-5A83-D139-3B870202C5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110" y="1340832"/>
            <a:ext cx="11238271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Transactions within standard limits and matching usual behavior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SUSPICIOUS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Transactions slightly outside expected patterns, unusual location, or amount above normal     range.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FRAUD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Transactions violating multiple rules, unusual location, high-risk amount, or flagged by ML plugin.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Logic: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A22487-D3AA-DD61-89F0-E2D7BFFCE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015" y="1229032"/>
            <a:ext cx="8858865" cy="1962424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E6828CC9-584C-3C9F-AB3A-59714707A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10" y="5477212"/>
            <a:ext cx="724486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Combines rule-based risk scoring and ML anomaly score.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Final status is assigned based on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aggregated risk score thresholds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Allows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minimal false positives.</a:t>
            </a:r>
          </a:p>
        </p:txBody>
      </p:sp>
    </p:spTree>
    <p:extLst>
      <p:ext uri="{BB962C8B-B14F-4D97-AF65-F5344CB8AC3E}">
        <p14:creationId xmlns:p14="http://schemas.microsoft.com/office/powerpoint/2010/main" val="4245195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CB80E-D85C-F0B9-264B-CF8A67EE9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591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Real Banking  Comparison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51E034-6099-406C-A0C2-F72D3615DA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63635"/>
            <a:ext cx="1102933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banks rely on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verification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static rule checks.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Manual methods are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prone to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 error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Limited ability to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large volumes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transactions in real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Modern digital banking requires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fraud detection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online payments, UPI, cards, and  international transfers.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Our system provides: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approach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Rules + ML for smarter detection.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Simulation engine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Test fraud scenarios safely.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&amp; analytics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Quick insights and monitoring.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benefit: Banks can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 financial losses and improve customer trust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2384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FE8F8-B5DF-2C57-096A-EAD2D738E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Fraud Detection Strategy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D2F743-B08C-1A4F-0CC0-15A5A7FE32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057" y="1263334"/>
            <a:ext cx="9839881" cy="7571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Rule-Based Detection: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predefined rules to flag suspicious transactions.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Quick and interpretable.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Effective for known fraud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ML-Based Detection: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Learns from historical transaction data.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Can detect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new, complex, and subtle fraud patterns.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Continuously improves as more data is processed.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Hybrid Approach Benefits: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Combines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speed and interpretability of rules with adaptability of ML.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Reduces false positives and improves detection accuracy.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Ensures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 adapting to evolving fraud tactics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7539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7A375-1E02-550A-CA9A-6DB45B5E1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0769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7C62C-8AB3-9FAB-B2F6-1487DB57D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3326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fraud detection.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rule-based and ML approaches for higher accuracy.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simulation of transactions for testing.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adaptable to evolving fraud patterns.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and analytics provide actionable insights.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financial losses and improves customer trust.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requires historical data and rule definitions.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need continuous training and monitoring.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require higher computational resources for large-scale transactions.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 can still occur for novel patterns.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real banking systems may need extra security audits.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490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FB0AE-876E-8BF4-1A5E-9DF824BE3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171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E71483-A50D-E026-33BF-25CFB959D7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22789"/>
            <a:ext cx="10935751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system is designed to handle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growing transaction volumes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deployed on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(AWS, Azure, GCP) for high availability.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Supports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distributed processing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tools like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Kafka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transaction streaming.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Can scale horizontally by adding more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and database instances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ML plugin can be scaled independently for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high-throughput anomaly detection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Simulation engine can generate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affecting production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Modular architecture ensures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integrated without major redesign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31890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74400-4FC5-9171-3205-72E9FE8A7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7619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B13FD5-FDF0-9B4C-0DE4-0AF22FC898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90206"/>
            <a:ext cx="1141209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advanced ML models like deep learning for better anomaly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Add real-time alerts via SMS, email, or push notifications.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Implement dynamic risk scoring based on evolving fraud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Integrate additional data sources (geolocation, device fingerprinting) for more accurate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Enable multi-bank integration for cross-bank fraud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Enhance dashboard analytics with predictive insights and trend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Use cloud-native microservices for better modularity and scalability.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Introduce automated feedback loops to improve ML model accuracy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Develop mobile app integration for real-time transaction monitoring by users.</a:t>
            </a:r>
          </a:p>
        </p:txBody>
      </p:sp>
    </p:spTree>
    <p:extLst>
      <p:ext uri="{BB962C8B-B14F-4D97-AF65-F5344CB8AC3E}">
        <p14:creationId xmlns:p14="http://schemas.microsoft.com/office/powerpoint/2010/main" val="23301500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62072-58A7-B206-6773-4399B6CC7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234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0B0A68-6B28-5424-08B3-0D5A9A045C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12580"/>
            <a:ext cx="10736484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Successfully developed the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Banking Fraud Detection and Simulation Engine.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Provides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fraud monitoring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banking transactions.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a hybrid approach combining rule-based checks and ML-based detection.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Simulation engine allows safe testing of various fraud scenarios.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Dashboards and analytics provide actionable insights on transaction trends and fraud  patterns.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Risk scoring and classification enable clear transaction status: Normal, Suspicious, or Fraud.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System is scalable and can be deployed on cloud platforms with high throughput.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Future enhancements include advanced ML models, real-time alerts, multi-bank integration, and predictive analytics.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Ensures accuracy, reliability, and adaptability, aligning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real-world banking needs.</a:t>
            </a:r>
          </a:p>
        </p:txBody>
      </p:sp>
    </p:spTree>
    <p:extLst>
      <p:ext uri="{BB962C8B-B14F-4D97-AF65-F5344CB8AC3E}">
        <p14:creationId xmlns:p14="http://schemas.microsoft.com/office/powerpoint/2010/main" val="1489464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3078</Words>
  <Application>Microsoft Office PowerPoint</Application>
  <PresentationFormat>Widescreen</PresentationFormat>
  <Paragraphs>396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Office Theme</vt:lpstr>
      <vt:lpstr>JAVA BASED DIGITAL BANKING FRAUD DETECTION &amp; SIMULATION ENGINE</vt:lpstr>
      <vt:lpstr>Problem Statement</vt:lpstr>
      <vt:lpstr>Objectives</vt:lpstr>
      <vt:lpstr>Key features of the System</vt:lpstr>
      <vt:lpstr>Backend Technologies</vt:lpstr>
      <vt:lpstr>System Architecture Type</vt:lpstr>
      <vt:lpstr>High-Level Architecture Design</vt:lpstr>
      <vt:lpstr>Layered Architecture</vt:lpstr>
      <vt:lpstr>Transaction Execution and Fraud Detection Flow</vt:lpstr>
      <vt:lpstr>Component Interaction Diagram</vt:lpstr>
      <vt:lpstr>Controller Layer</vt:lpstr>
      <vt:lpstr>Service Layer</vt:lpstr>
      <vt:lpstr>Fraud Detection Logic</vt:lpstr>
      <vt:lpstr>ML Plugin Architecture</vt:lpstr>
      <vt:lpstr>Database Design</vt:lpstr>
      <vt:lpstr>DTO and Dataflow</vt:lpstr>
      <vt:lpstr>Fraud Status Classification</vt:lpstr>
      <vt:lpstr>Fraud Rate Calculation and Fraud Percentage</vt:lpstr>
      <vt:lpstr>Need for Transaction Simulation</vt:lpstr>
      <vt:lpstr>How Simulation Works</vt:lpstr>
      <vt:lpstr>Benefits of Simulation</vt:lpstr>
      <vt:lpstr>Step-by-Step Execution</vt:lpstr>
      <vt:lpstr>Example Execution Scenario</vt:lpstr>
      <vt:lpstr>Risk Threshold Logic</vt:lpstr>
      <vt:lpstr>The Real Banking  Comparison</vt:lpstr>
      <vt:lpstr>Hybrid Fraud Detection Strategy </vt:lpstr>
      <vt:lpstr>Advantages &amp; Limitations</vt:lpstr>
      <vt:lpstr>Scalability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Gurrala Abhiram</dc:creator>
  <cp:lastModifiedBy>Gurrala Abhiram</cp:lastModifiedBy>
  <cp:revision>1</cp:revision>
  <dcterms:created xsi:type="dcterms:W3CDTF">2026-02-14T15:33:20Z</dcterms:created>
  <dcterms:modified xsi:type="dcterms:W3CDTF">2026-02-16T01:47:46Z</dcterms:modified>
</cp:coreProperties>
</file>